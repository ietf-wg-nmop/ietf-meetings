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4" r:id="rId1"/>
    <p:sldMasterId id="2147483668" r:id="rId2"/>
  </p:sldMasterIdLst>
  <p:notesMasterIdLst>
    <p:notesMasterId r:id="rId10"/>
  </p:notesMasterIdLst>
  <p:sldIdLst>
    <p:sldId id="276" r:id="rId3"/>
    <p:sldId id="256" r:id="rId4"/>
    <p:sldId id="281" r:id="rId5"/>
    <p:sldId id="259" r:id="rId6"/>
    <p:sldId id="261" r:id="rId7"/>
    <p:sldId id="278" r:id="rId8"/>
    <p:sldId id="260"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659D06-233B-4A84-BAB1-FC917D228196}" v="7" dt="2026-03-16T00:35:04.7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9" d="100"/>
          <a:sy n="119" d="100"/>
        </p:scale>
        <p:origin x="418" y="9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f Thomas, SCS-INI-NET-VNC-E2E" userId="487bc3e3-9ce7-4cdd-b7b4-8899ea88d289" providerId="ADAL" clId="{ADEEF08A-D719-4B50-A383-4105EDA2C206}"/>
    <pc:docChg chg="custSel mod addSld delSld modSld">
      <pc:chgData name="Graf Thomas, SCS-INI-NET-VNC-E2E" userId="487bc3e3-9ce7-4cdd-b7b4-8899ea88d289" providerId="ADAL" clId="{ADEEF08A-D719-4B50-A383-4105EDA2C206}" dt="2026-03-16T00:37:26.842" v="43" actId="14100"/>
      <pc:docMkLst>
        <pc:docMk/>
      </pc:docMkLst>
      <pc:sldChg chg="del">
        <pc:chgData name="Graf Thomas, SCS-INI-NET-VNC-E2E" userId="487bc3e3-9ce7-4cdd-b7b4-8899ea88d289" providerId="ADAL" clId="{ADEEF08A-D719-4B50-A383-4105EDA2C206}" dt="2026-03-16T00:33:00.591" v="26" actId="47"/>
        <pc:sldMkLst>
          <pc:docMk/>
          <pc:sldMk cId="0" sldId="258"/>
        </pc:sldMkLst>
      </pc:sldChg>
      <pc:sldChg chg="add">
        <pc:chgData name="Graf Thomas, SCS-INI-NET-VNC-E2E" userId="487bc3e3-9ce7-4cdd-b7b4-8899ea88d289" providerId="ADAL" clId="{ADEEF08A-D719-4B50-A383-4105EDA2C206}" dt="2026-03-16T00:34:31.635" v="27"/>
        <pc:sldMkLst>
          <pc:docMk/>
          <pc:sldMk cId="0" sldId="259"/>
        </pc:sldMkLst>
      </pc:sldChg>
      <pc:sldChg chg="add">
        <pc:chgData name="Graf Thomas, SCS-INI-NET-VNC-E2E" userId="487bc3e3-9ce7-4cdd-b7b4-8899ea88d289" providerId="ADAL" clId="{ADEEF08A-D719-4B50-A383-4105EDA2C206}" dt="2026-03-16T00:31:09.369" v="19"/>
        <pc:sldMkLst>
          <pc:docMk/>
          <pc:sldMk cId="0" sldId="260"/>
        </pc:sldMkLst>
      </pc:sldChg>
      <pc:sldChg chg="modSp add mod">
        <pc:chgData name="Graf Thomas, SCS-INI-NET-VNC-E2E" userId="487bc3e3-9ce7-4cdd-b7b4-8899ea88d289" providerId="ADAL" clId="{ADEEF08A-D719-4B50-A383-4105EDA2C206}" dt="2026-03-16T00:34:54.732" v="33" actId="20577"/>
        <pc:sldMkLst>
          <pc:docMk/>
          <pc:sldMk cId="3471097262" sldId="261"/>
        </pc:sldMkLst>
        <pc:spChg chg="mod">
          <ac:chgData name="Graf Thomas, SCS-INI-NET-VNC-E2E" userId="487bc3e3-9ce7-4cdd-b7b4-8899ea88d289" providerId="ADAL" clId="{ADEEF08A-D719-4B50-A383-4105EDA2C206}" dt="2026-03-16T00:34:54.732" v="33" actId="20577"/>
          <ac:spMkLst>
            <pc:docMk/>
            <pc:sldMk cId="3471097262" sldId="261"/>
            <ac:spMk id="3" creationId="{DA4A6F5D-9442-B583-BAB9-5A102B90EC22}"/>
          </ac:spMkLst>
        </pc:spChg>
      </pc:sldChg>
      <pc:sldChg chg="modSp mod">
        <pc:chgData name="Graf Thomas, SCS-INI-NET-VNC-E2E" userId="487bc3e3-9ce7-4cdd-b7b4-8899ea88d289" providerId="ADAL" clId="{ADEEF08A-D719-4B50-A383-4105EDA2C206}" dt="2026-03-16T00:36:34.969" v="36" actId="20577"/>
        <pc:sldMkLst>
          <pc:docMk/>
          <pc:sldMk cId="0" sldId="276"/>
        </pc:sldMkLst>
        <pc:spChg chg="mod">
          <ac:chgData name="Graf Thomas, SCS-INI-NET-VNC-E2E" userId="487bc3e3-9ce7-4cdd-b7b4-8899ea88d289" providerId="ADAL" clId="{ADEEF08A-D719-4B50-A383-4105EDA2C206}" dt="2026-03-16T00:36:24.521" v="34" actId="20577"/>
          <ac:spMkLst>
            <pc:docMk/>
            <pc:sldMk cId="0" sldId="276"/>
            <ac:spMk id="99" creationId="{00000000-0000-0000-0000-000000000000}"/>
          </ac:spMkLst>
        </pc:spChg>
        <pc:spChg chg="mod">
          <ac:chgData name="Graf Thomas, SCS-INI-NET-VNC-E2E" userId="487bc3e3-9ce7-4cdd-b7b4-8899ea88d289" providerId="ADAL" clId="{ADEEF08A-D719-4B50-A383-4105EDA2C206}" dt="2026-03-16T00:36:34.969" v="36" actId="20577"/>
          <ac:spMkLst>
            <pc:docMk/>
            <pc:sldMk cId="0" sldId="276"/>
            <ac:spMk id="100" creationId="{00000000-0000-0000-0000-000000000000}"/>
          </ac:spMkLst>
        </pc:spChg>
      </pc:sldChg>
      <pc:sldChg chg="del">
        <pc:chgData name="Graf Thomas, SCS-INI-NET-VNC-E2E" userId="487bc3e3-9ce7-4cdd-b7b4-8899ea88d289" providerId="ADAL" clId="{ADEEF08A-D719-4B50-A383-4105EDA2C206}" dt="2026-03-16T00:30:25.888" v="18" actId="47"/>
        <pc:sldMkLst>
          <pc:docMk/>
          <pc:sldMk cId="4020374104" sldId="277"/>
        </pc:sldMkLst>
      </pc:sldChg>
      <pc:sldChg chg="addSp delSp modSp mod">
        <pc:chgData name="Graf Thomas, SCS-INI-NET-VNC-E2E" userId="487bc3e3-9ce7-4cdd-b7b4-8899ea88d289" providerId="ADAL" clId="{ADEEF08A-D719-4B50-A383-4105EDA2C206}" dt="2026-03-16T00:37:26.842" v="43" actId="14100"/>
        <pc:sldMkLst>
          <pc:docMk/>
          <pc:sldMk cId="3873870168" sldId="278"/>
        </pc:sldMkLst>
        <pc:spChg chg="mod">
          <ac:chgData name="Graf Thomas, SCS-INI-NET-VNC-E2E" userId="487bc3e3-9ce7-4cdd-b7b4-8899ea88d289" providerId="ADAL" clId="{ADEEF08A-D719-4B50-A383-4105EDA2C206}" dt="2026-03-16T00:36:42.668" v="37" actId="20577"/>
          <ac:spMkLst>
            <pc:docMk/>
            <pc:sldMk cId="3873870168" sldId="278"/>
            <ac:spMk id="69" creationId="{3A862EC5-80EE-D0BE-6950-881788CE728B}"/>
          </ac:spMkLst>
        </pc:spChg>
        <pc:picChg chg="del">
          <ac:chgData name="Graf Thomas, SCS-INI-NET-VNC-E2E" userId="487bc3e3-9ce7-4cdd-b7b4-8899ea88d289" providerId="ADAL" clId="{ADEEF08A-D719-4B50-A383-4105EDA2C206}" dt="2026-03-16T00:29:35.280" v="14" actId="478"/>
          <ac:picMkLst>
            <pc:docMk/>
            <pc:sldMk cId="3873870168" sldId="278"/>
            <ac:picMk id="3" creationId="{1FE22749-978F-230A-2C82-B42414055769}"/>
          </ac:picMkLst>
        </pc:picChg>
        <pc:picChg chg="add mod">
          <ac:chgData name="Graf Thomas, SCS-INI-NET-VNC-E2E" userId="487bc3e3-9ce7-4cdd-b7b4-8899ea88d289" providerId="ADAL" clId="{ADEEF08A-D719-4B50-A383-4105EDA2C206}" dt="2026-03-16T00:37:26.842" v="43" actId="14100"/>
          <ac:picMkLst>
            <pc:docMk/>
            <pc:sldMk cId="3873870168" sldId="278"/>
            <ac:picMk id="4" creationId="{AC6955B4-71A4-9EF4-4AD6-91AE6F68C1F1}"/>
          </ac:picMkLst>
        </pc:picChg>
        <pc:picChg chg="add del mod">
          <ac:chgData name="Graf Thomas, SCS-INI-NET-VNC-E2E" userId="487bc3e3-9ce7-4cdd-b7b4-8899ea88d289" providerId="ADAL" clId="{ADEEF08A-D719-4B50-A383-4105EDA2C206}" dt="2026-03-16T00:37:11.429" v="38" actId="478"/>
          <ac:picMkLst>
            <pc:docMk/>
            <pc:sldMk cId="3873870168" sldId="278"/>
            <ac:picMk id="5" creationId="{0A3BAF73-6291-808C-D649-3286010A1023}"/>
          </ac:picMkLst>
        </pc:picChg>
      </pc:sldChg>
      <pc:sldChg chg="modSp del mod">
        <pc:chgData name="Graf Thomas, SCS-INI-NET-VNC-E2E" userId="487bc3e3-9ce7-4cdd-b7b4-8899ea88d289" providerId="ADAL" clId="{ADEEF08A-D719-4B50-A383-4105EDA2C206}" dt="2026-03-16T00:34:34.267" v="28" actId="47"/>
        <pc:sldMkLst>
          <pc:docMk/>
          <pc:sldMk cId="1619678016" sldId="280"/>
        </pc:sldMkLst>
        <pc:spChg chg="mod">
          <ac:chgData name="Graf Thomas, SCS-INI-NET-VNC-E2E" userId="487bc3e3-9ce7-4cdd-b7b4-8899ea88d289" providerId="ADAL" clId="{ADEEF08A-D719-4B50-A383-4105EDA2C206}" dt="2026-03-16T00:26:20.766" v="13" actId="20577"/>
          <ac:spMkLst>
            <pc:docMk/>
            <pc:sldMk cId="1619678016" sldId="280"/>
            <ac:spMk id="69" creationId="{E1870915-5CC2-61FE-6865-3145DCF074BE}"/>
          </ac:spMkLst>
        </pc:spChg>
      </pc:sldChg>
      <pc:sldChg chg="add del">
        <pc:chgData name="Graf Thomas, SCS-INI-NET-VNC-E2E" userId="487bc3e3-9ce7-4cdd-b7b4-8899ea88d289" providerId="ADAL" clId="{ADEEF08A-D719-4B50-A383-4105EDA2C206}" dt="2026-03-16T00:32:58.385" v="25"/>
        <pc:sldMkLst>
          <pc:docMk/>
          <pc:sldMk cId="0" sldId="281"/>
        </pc:sldMkLst>
      </pc:sldChg>
      <pc:sldChg chg="delSp add del mod">
        <pc:chgData name="Graf Thomas, SCS-INI-NET-VNC-E2E" userId="487bc3e3-9ce7-4cdd-b7b4-8899ea88d289" providerId="ADAL" clId="{ADEEF08A-D719-4B50-A383-4105EDA2C206}" dt="2026-03-16T00:32:51.261" v="24" actId="47"/>
        <pc:sldMkLst>
          <pc:docMk/>
          <pc:sldMk cId="609936168" sldId="281"/>
        </pc:sldMkLst>
        <pc:picChg chg="del">
          <ac:chgData name="Graf Thomas, SCS-INI-NET-VNC-E2E" userId="487bc3e3-9ce7-4cdd-b7b4-8899ea88d289" providerId="ADAL" clId="{ADEEF08A-D719-4B50-A383-4105EDA2C206}" dt="2026-03-16T00:32:34.879" v="23" actId="478"/>
          <ac:picMkLst>
            <pc:docMk/>
            <pc:sldMk cId="609936168" sldId="281"/>
            <ac:picMk id="71" creationId="{F8BD4ADA-9CD0-55D7-76AE-75E246A971E0}"/>
          </ac:picMkLst>
        </pc:picChg>
      </pc:sldChg>
      <pc:sldChg chg="del">
        <pc:chgData name="Graf Thomas, SCS-INI-NET-VNC-E2E" userId="487bc3e3-9ce7-4cdd-b7b4-8899ea88d289" providerId="ADAL" clId="{ADEEF08A-D719-4B50-A383-4105EDA2C206}" dt="2026-03-16T00:30:25.888" v="18" actId="47"/>
        <pc:sldMkLst>
          <pc:docMk/>
          <pc:sldMk cId="1293646540" sldId="281"/>
        </pc:sldMkLst>
      </pc:sldChg>
      <pc:sldChg chg="del">
        <pc:chgData name="Graf Thomas, SCS-INI-NET-VNC-E2E" userId="487bc3e3-9ce7-4cdd-b7b4-8899ea88d289" providerId="ADAL" clId="{ADEEF08A-D719-4B50-A383-4105EDA2C206}" dt="2026-03-16T00:30:25.888" v="18" actId="47"/>
        <pc:sldMkLst>
          <pc:docMk/>
          <pc:sldMk cId="1765196037" sldId="282"/>
        </pc:sldMkLst>
      </pc:sldChg>
      <pc:sldChg chg="del">
        <pc:chgData name="Graf Thomas, SCS-INI-NET-VNC-E2E" userId="487bc3e3-9ce7-4cdd-b7b4-8899ea88d289" providerId="ADAL" clId="{ADEEF08A-D719-4B50-A383-4105EDA2C206}" dt="2026-03-16T00:30:25.888" v="18" actId="47"/>
        <pc:sldMkLst>
          <pc:docMk/>
          <pc:sldMk cId="385604894" sldId="283"/>
        </pc:sldMkLst>
      </pc:sldChg>
      <pc:sldMasterChg chg="delSldLayout">
        <pc:chgData name="Graf Thomas, SCS-INI-NET-VNC-E2E" userId="487bc3e3-9ce7-4cdd-b7b4-8899ea88d289" providerId="ADAL" clId="{ADEEF08A-D719-4B50-A383-4105EDA2C206}" dt="2026-03-16T00:33:00.591" v="26" actId="47"/>
        <pc:sldMasterMkLst>
          <pc:docMk/>
          <pc:sldMasterMk cId="0" sldId="2147483664"/>
        </pc:sldMasterMkLst>
        <pc:sldLayoutChg chg="del">
          <pc:chgData name="Graf Thomas, SCS-INI-NET-VNC-E2E" userId="487bc3e3-9ce7-4cdd-b7b4-8899ea88d289" providerId="ADAL" clId="{ADEEF08A-D719-4B50-A383-4105EDA2C206}" dt="2026-03-16T00:30:25.888" v="18" actId="47"/>
          <pc:sldLayoutMkLst>
            <pc:docMk/>
            <pc:sldMasterMk cId="0" sldId="2147483664"/>
            <pc:sldLayoutMk cId="0" sldId="2147483649"/>
          </pc:sldLayoutMkLst>
        </pc:sldLayoutChg>
        <pc:sldLayoutChg chg="del">
          <pc:chgData name="Graf Thomas, SCS-INI-NET-VNC-E2E" userId="487bc3e3-9ce7-4cdd-b7b4-8899ea88d289" providerId="ADAL" clId="{ADEEF08A-D719-4B50-A383-4105EDA2C206}" dt="2026-03-16T00:33:00.591" v="26" actId="47"/>
          <pc:sldLayoutMkLst>
            <pc:docMk/>
            <pc:sldMasterMk cId="0" sldId="2147483664"/>
            <pc:sldLayoutMk cId="545161684" sldId="214748366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a:extLst>
            <a:ext uri="{FF2B5EF4-FFF2-40B4-BE49-F238E27FC236}">
              <a16:creationId xmlns:a16="http://schemas.microsoft.com/office/drawing/2014/main" id="{C501353B-1DE2-126C-2436-25310EEDEADA}"/>
            </a:ext>
          </a:extLst>
        </p:cNvPr>
        <p:cNvGrpSpPr/>
        <p:nvPr/>
      </p:nvGrpSpPr>
      <p:grpSpPr>
        <a:xfrm>
          <a:off x="0" y="0"/>
          <a:ext cx="0" cy="0"/>
          <a:chOff x="0" y="0"/>
          <a:chExt cx="0" cy="0"/>
        </a:xfrm>
      </p:grpSpPr>
      <p:sp>
        <p:nvSpPr>
          <p:cNvPr id="66" name="Google Shape;66;g7179d949db_7_60:notes">
            <a:extLst>
              <a:ext uri="{FF2B5EF4-FFF2-40B4-BE49-F238E27FC236}">
                <a16:creationId xmlns:a16="http://schemas.microsoft.com/office/drawing/2014/main" id="{E6A6B4E0-F8A0-1267-D6B2-FF10454B10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a:extLst>
              <a:ext uri="{FF2B5EF4-FFF2-40B4-BE49-F238E27FC236}">
                <a16:creationId xmlns:a16="http://schemas.microsoft.com/office/drawing/2014/main" id="{0353B784-13AB-227A-A05F-86EA1838AF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555132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560378000"/>
      </p:ext>
    </p:extLst>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214186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3588774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33687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482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4231984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27940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81695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25055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58915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505167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67"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846969092"/>
      </p:ext>
    </p:extLst>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notes.ietf.org/notes-ietf-125-nmop"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75" y="1217444"/>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Network Management Operations (</a:t>
            </a:r>
            <a:r>
              <a:rPr lang="en-US" sz="3600" dirty="0" err="1">
                <a:latin typeface="Inter"/>
                <a:ea typeface="Inter"/>
                <a:cs typeface="Inter"/>
                <a:sym typeface="Inter"/>
              </a:rPr>
              <a:t>nmop</a:t>
            </a:r>
            <a:r>
              <a:rPr lang="en-US" sz="3600" dirty="0">
                <a:latin typeface="Inter"/>
                <a:ea typeface="Inter"/>
                <a:cs typeface="Inter"/>
                <a:sym typeface="Inter"/>
              </a:rPr>
              <a:t>) WG – Session 2</a:t>
            </a:r>
            <a:endParaRPr sz="3600" dirty="0">
              <a:latin typeface="Inter"/>
              <a:ea typeface="Inter"/>
              <a:cs typeface="Inter"/>
              <a:sym typeface="Inter"/>
            </a:endParaRPr>
          </a:p>
        </p:txBody>
      </p:sp>
      <p:sp>
        <p:nvSpPr>
          <p:cNvPr id="100" name="Google Shape;100;p19"/>
          <p:cNvSpPr txBox="1"/>
          <p:nvPr/>
        </p:nvSpPr>
        <p:spPr>
          <a:xfrm>
            <a:off x="754475" y="2201927"/>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IETF 125, March 20th, 2026</a:t>
            </a:r>
            <a:endParaRPr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endParaRPr sz="1200" dirty="0">
              <a:latin typeface="Inter"/>
              <a:ea typeface="Inter"/>
              <a:cs typeface="Inter"/>
              <a:sym typeface="Inter"/>
            </a:endParaRPr>
          </a:p>
          <a:p>
            <a:pPr marL="0" lvl="0" indent="0" algn="l" rtl="0">
              <a:spcBef>
                <a:spcPts val="0"/>
              </a:spcBef>
              <a:spcAft>
                <a:spcPts val="0"/>
              </a:spcAft>
              <a:buNone/>
            </a:pPr>
            <a:r>
              <a:rPr lang="en-US" sz="1200" dirty="0">
                <a:latin typeface="Inter"/>
                <a:ea typeface="Inter"/>
                <a:cs typeface="Inter"/>
                <a:sym typeface="Inter"/>
              </a:rPr>
              <a:t>© 2025 IETF Trust </a:t>
            </a:r>
            <a:endParaRPr sz="1200" dirty="0">
              <a:latin typeface="Inter"/>
              <a:ea typeface="Inter"/>
              <a:cs typeface="Inter"/>
              <a:sym typeface="Inter"/>
            </a:endParaRP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sz="1200" dirty="0">
              <a:latin typeface="Inter"/>
              <a:ea typeface="Inter"/>
              <a:cs typeface="Inter"/>
              <a:sym typeface="Inter"/>
            </a:endParaRPr>
          </a:p>
        </p:txBody>
      </p:sp>
      <p:sp>
        <p:nvSpPr>
          <p:cNvPr id="102" name="Google Shape;102;p19"/>
          <p:cNvSpPr txBox="1"/>
          <p:nvPr/>
        </p:nvSpPr>
        <p:spPr>
          <a:xfrm>
            <a:off x="754475" y="3414667"/>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endParaRPr sz="2400" dirty="0">
              <a:solidFill>
                <a:srgbClr val="FFF2CC"/>
              </a:solidFill>
              <a:latin typeface="Inter"/>
              <a:ea typeface="Inter"/>
              <a:cs typeface="Inter"/>
              <a:sym typeface="Inter"/>
            </a:endParaRPr>
          </a:p>
        </p:txBody>
      </p:sp>
      <p:sp>
        <p:nvSpPr>
          <p:cNvPr id="2" name="Google Shape;100;p19">
            <a:extLst>
              <a:ext uri="{FF2B5EF4-FFF2-40B4-BE49-F238E27FC236}">
                <a16:creationId xmlns:a16="http://schemas.microsoft.com/office/drawing/2014/main" id="{87CFB194-3778-2C13-73F3-088D1012F1B1}"/>
              </a:ext>
            </a:extLst>
          </p:cNvPr>
          <p:cNvSpPr txBox="1"/>
          <p:nvPr/>
        </p:nvSpPr>
        <p:spPr>
          <a:xfrm>
            <a:off x="783511" y="2913334"/>
            <a:ext cx="6331663"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WG Chairs: B. Claise, R. Rahman</a:t>
            </a:r>
            <a:endParaRPr sz="1100" dirty="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lvl="0" indent="0" algn="l" rtl="0">
              <a:lnSpc>
                <a:spcPct val="115000"/>
              </a:lnSpc>
              <a:spcBef>
                <a:spcPts val="0"/>
              </a:spcBef>
              <a:spcAft>
                <a:spcPts val="0"/>
              </a:spcAft>
              <a:buNone/>
            </a:pPr>
            <a:r>
              <a:rPr lang="en-US" sz="1200" dirty="0">
                <a:solidFill>
                  <a:srgbClr val="000000"/>
                </a:solidFill>
                <a:latin typeface="Inter"/>
                <a:ea typeface="Inter"/>
                <a:cs typeface="Inter"/>
                <a:sym typeface="Inter"/>
              </a:rPr>
              <a:t>By participating in the IETF you agree to follow IETF processes and policies. This Note Well is a reminder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some of those policies. For a linked version of this text, please visit </a:t>
            </a:r>
            <a:r>
              <a:rPr lang="en-US" sz="1200" i="1" dirty="0" err="1">
                <a:solidFill>
                  <a:srgbClr val="000000"/>
                </a:solidFill>
                <a:latin typeface="Inter"/>
                <a:ea typeface="Inter"/>
                <a:cs typeface="Inter"/>
                <a:sym typeface="Inter"/>
              </a:rPr>
              <a:t>www.ietf.org</a:t>
            </a:r>
            <a:r>
              <a:rPr lang="en-US" sz="1200" i="1" dirty="0">
                <a:solidFill>
                  <a:srgbClr val="000000"/>
                </a:solidFill>
                <a:latin typeface="Inter"/>
                <a:ea typeface="Inter"/>
                <a:cs typeface="Inter"/>
                <a:sym typeface="Inter"/>
              </a:rPr>
              <a:t>/note-well </a:t>
            </a:r>
            <a:r>
              <a:rPr lang="en-US" sz="1200" dirty="0">
                <a:solidFill>
                  <a:srgbClr val="000000"/>
                </a:solidFill>
                <a:latin typeface="Inter"/>
                <a:ea typeface="Inter"/>
                <a:cs typeface="Inter"/>
                <a:sym typeface="Inter"/>
              </a:rPr>
              <a:t>or use the QR code below.</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IETF participants are expected to behave in a professional manner and extend respect and courtesy to their colleagues at all times (see </a:t>
            </a:r>
            <a:r>
              <a:rPr lang="en-US" sz="1200" i="1" dirty="0">
                <a:solidFill>
                  <a:srgbClr val="000000"/>
                </a:solidFill>
                <a:latin typeface="Inter"/>
                <a:ea typeface="Inter"/>
                <a:cs typeface="Inter"/>
                <a:sym typeface="Inter"/>
              </a:rPr>
              <a:t>RFC 7154: IETF Guidelines for Conduct and IETF Anti-Harassment Policy</a:t>
            </a:r>
            <a:r>
              <a:rPr lang="en-US" sz="1200" dirty="0">
                <a:solidFill>
                  <a:srgbClr val="000000"/>
                </a:solidFill>
                <a:latin typeface="Inter"/>
                <a:ea typeface="Inter"/>
                <a:cs typeface="Inter"/>
                <a:sym typeface="Inter"/>
              </a:rPr>
              <a:t>). If you have any concerns about behavior, please contact the </a:t>
            </a:r>
            <a:r>
              <a:rPr lang="en-US" sz="1200" i="1" dirty="0" err="1">
                <a:solidFill>
                  <a:srgbClr val="000000"/>
                </a:solidFill>
                <a:latin typeface="Inter"/>
                <a:ea typeface="Inter"/>
                <a:cs typeface="Inter"/>
                <a:sym typeface="Inter"/>
              </a:rPr>
              <a:t>Ombudsteam</a:t>
            </a:r>
            <a:r>
              <a:rPr lang="en-US" sz="1200" dirty="0">
                <a:solidFill>
                  <a:srgbClr val="000000"/>
                </a:solidFill>
                <a:latin typeface="Inter"/>
                <a:ea typeface="Inter"/>
                <a:cs typeface="Inter"/>
                <a:sym typeface="Inter"/>
              </a:rPr>
              <a:t> who have a duty of confidentiality and extensive powers to act, as set out in </a:t>
            </a:r>
            <a:r>
              <a:rPr lang="en-US" sz="1200" i="1" dirty="0">
                <a:solidFill>
                  <a:srgbClr val="000000"/>
                </a:solidFill>
                <a:latin typeface="Inter"/>
                <a:ea typeface="Inter"/>
                <a:cs typeface="Inter"/>
                <a:sym typeface="Inter"/>
              </a:rPr>
              <a:t>RFC 7776: IETF Anti-Harassment Procedures</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If you are aware that any IETF contribution (as defined in </a:t>
            </a:r>
            <a:r>
              <a:rPr lang="en-US" sz="1200" i="1" dirty="0">
                <a:solidFill>
                  <a:srgbClr val="000000"/>
                </a:solidFill>
                <a:latin typeface="Inter"/>
                <a:ea typeface="Inter"/>
                <a:cs typeface="Inter"/>
                <a:sym typeface="Inter"/>
              </a:rPr>
              <a:t>RFC 5378: Rights Contributors Provide to the IETF Trust</a:t>
            </a:r>
            <a:r>
              <a:rPr lang="en-US" sz="1200" dirty="0">
                <a:solidFill>
                  <a:srgbClr val="000000"/>
                </a:solidFill>
                <a:latin typeface="Inter"/>
                <a:ea typeface="Inter"/>
                <a:cs typeface="Inter"/>
                <a:sym typeface="Inter"/>
              </a:rPr>
              <a:t>) is covered by patents or patent applications that are owned or controlled by you, your employer or your sponsor, you must disclose that fact, or not participate in the discussion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(see </a:t>
            </a:r>
            <a:r>
              <a:rPr lang="en-US" sz="1200" i="1" dirty="0">
                <a:solidFill>
                  <a:srgbClr val="000000"/>
                </a:solidFill>
                <a:latin typeface="Inter"/>
                <a:ea typeface="Inter"/>
                <a:cs typeface="Inter"/>
                <a:sym typeface="Inter"/>
              </a:rPr>
              <a:t>RFC 8179: Intellectual Property Rights in IETF Technology</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For detailed process information consult </a:t>
            </a:r>
            <a:r>
              <a:rPr lang="en-US" sz="1200" i="1" dirty="0">
                <a:solidFill>
                  <a:srgbClr val="000000"/>
                </a:solidFill>
                <a:latin typeface="Inter"/>
                <a:ea typeface="Inter"/>
                <a:cs typeface="Inter"/>
                <a:sym typeface="Inter"/>
              </a:rPr>
              <a:t>RFC 2026: Internet Standards Process </a:t>
            </a:r>
            <a:r>
              <a:rPr lang="en-US" sz="1200" dirty="0">
                <a:solidFill>
                  <a:srgbClr val="000000"/>
                </a:solidFill>
                <a:latin typeface="Inter"/>
                <a:ea typeface="Inter"/>
                <a:cs typeface="Inter"/>
                <a:sym typeface="Inter"/>
              </a:rPr>
              <a:t>and </a:t>
            </a:r>
            <a:br>
              <a:rPr lang="en-US" sz="1200" dirty="0">
                <a:solidFill>
                  <a:srgbClr val="000000"/>
                </a:solidFill>
                <a:latin typeface="Inter"/>
                <a:ea typeface="Inter"/>
                <a:cs typeface="Inter"/>
                <a:sym typeface="Inter"/>
              </a:rPr>
            </a:br>
            <a:r>
              <a:rPr lang="en-US" sz="1200" i="1" dirty="0">
                <a:solidFill>
                  <a:srgbClr val="000000"/>
                </a:solidFill>
                <a:latin typeface="Inter"/>
                <a:ea typeface="Inter"/>
                <a:cs typeface="Inter"/>
                <a:sym typeface="Inter"/>
              </a:rPr>
              <a:t>RFC 2418: IETF Working Group Guidelines and Procedures </a:t>
            </a:r>
            <a:r>
              <a:rPr lang="en-US" sz="1200" dirty="0">
                <a:solidFill>
                  <a:srgbClr val="000000"/>
                </a:solidFill>
                <a:latin typeface="Inter"/>
                <a:ea typeface="Inter"/>
                <a:cs typeface="Inter"/>
                <a:sym typeface="Inter"/>
              </a:rPr>
              <a:t>and updates to those.</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The IETF routinely makes public written, audio, video, and photographic records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IETF activities, including your personal information as set out in the </a:t>
            </a:r>
            <a:r>
              <a:rPr lang="en-US" sz="1200" i="1" dirty="0">
                <a:solidFill>
                  <a:srgbClr val="000000"/>
                </a:solidFill>
                <a:latin typeface="Inter"/>
                <a:ea typeface="Inter"/>
                <a:cs typeface="Inter"/>
                <a:sym typeface="Inter"/>
              </a:rPr>
              <a:t>IETF Privacy Statement</a:t>
            </a:r>
            <a:r>
              <a:rPr lang="en-US" sz="1200" dirty="0">
                <a:solidFill>
                  <a:srgbClr val="000000"/>
                </a:solidFill>
                <a:latin typeface="Inter"/>
                <a:ea typeface="Inter"/>
                <a:cs typeface="Inter"/>
                <a:sym typeface="Inter"/>
              </a:rPr>
              <a:t>. </a:t>
            </a:r>
            <a:endParaRPr sz="1200" dirty="0">
              <a:solidFill>
                <a:srgbClr val="000000"/>
              </a:solidFill>
              <a:latin typeface="Inter"/>
              <a:ea typeface="Inter"/>
              <a:cs typeface="Inter"/>
              <a:sym typeface="Inter"/>
            </a:endParaRPr>
          </a:p>
          <a:p>
            <a:pPr marL="0" lvl="0" indent="0" algn="l" rtl="0">
              <a:lnSpc>
                <a:spcPct val="115000"/>
              </a:lnSpc>
              <a:spcBef>
                <a:spcPts val="1000"/>
              </a:spcBef>
              <a:spcAft>
                <a:spcPts val="1000"/>
              </a:spcAft>
              <a:buNone/>
            </a:pPr>
            <a:r>
              <a:rPr lang="en-US" sz="1200" dirty="0">
                <a:solidFill>
                  <a:srgbClr val="000000"/>
                </a:solidFill>
                <a:latin typeface="Inter"/>
                <a:ea typeface="Inter"/>
                <a:cs typeface="Inter"/>
                <a:sym typeface="Inter"/>
              </a:rPr>
              <a:t>For advice, please talk to Working Group chairs or Area Directors.</a:t>
            </a:r>
            <a:endParaRPr sz="1200" dirty="0">
              <a:solidFill>
                <a:srgbClr val="434343"/>
              </a:solidFill>
              <a:latin typeface="Inter"/>
              <a:ea typeface="Inter"/>
              <a:cs typeface="Inter"/>
              <a:sym typeface="Inter"/>
            </a:endParaRPr>
          </a:p>
        </p:txBody>
      </p:sp>
      <p:sp>
        <p:nvSpPr>
          <p:cNvPr id="69" name="Google Shape;69;p12"/>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latin typeface="Inter"/>
                <a:ea typeface="Inter"/>
                <a:cs typeface="Inter"/>
                <a:sym typeface="Inter"/>
              </a:rPr>
              <a:t>Note Well</a:t>
            </a:r>
            <a:endParaRPr sz="2400" i="0" u="none" strike="noStrike" cap="none" dirty="0">
              <a:solidFill>
                <a:schemeClr val="lt1"/>
              </a:solidFill>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093BCE52-5DE2-CE25-66E0-0614F20563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125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fld id="{00000000-1234-1234-1234-123412341234}" type="slidenum">
              <a:rPr kumimoji="0" lang="en-US" sz="1100" b="0" i="0" u="none" strike="noStrike" kern="0" cap="none" spc="0" normalizeH="0" baseline="0" noProof="0">
                <a:ln>
                  <a:noFill/>
                </a:ln>
                <a:solidFill>
                  <a:srgbClr val="737373"/>
                </a:solidFill>
                <a:effectLst/>
                <a:uLnTx/>
                <a:uFillTx/>
                <a:latin typeface="Open Sans Medium"/>
                <a:ea typeface="Open Sans Medium"/>
                <a:cs typeface="Open Sans Medium"/>
                <a:sym typeface="Open Sans Medium"/>
              </a:rPr>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t>4</a:t>
            </a:fld>
            <a:endParaRPr kumimoji="0" lang="en-US" sz="1100" b="0" i="0" u="none" strike="noStrike" kern="0" cap="none" spc="0" normalizeH="0" baseline="0" noProof="0" dirty="0">
              <a:ln>
                <a:noFill/>
              </a:ln>
              <a:solidFill>
                <a:srgbClr val="737373"/>
              </a:solidFill>
              <a:effectLst/>
              <a:uLnTx/>
              <a:uFillTx/>
              <a:latin typeface="Open Sans Medium"/>
              <a:ea typeface="Open Sans Medium"/>
              <a:cs typeface="Open Sans Medium"/>
              <a:sym typeface="Open Sans Medium"/>
            </a:endParaRPr>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10000"/>
              </a:lnSpc>
              <a:spcBef>
                <a:spcPts val="300"/>
              </a:spcBef>
              <a:spcAft>
                <a:spcPts val="0"/>
              </a:spcAft>
              <a:buClr>
                <a:srgbClr val="000000"/>
              </a:buClr>
              <a:buSzTx/>
              <a:buFont typeface="Arial"/>
              <a:buNone/>
              <a:tabLst/>
              <a:defRPr/>
            </a:pPr>
            <a:r>
              <a:rPr kumimoji="0" lang="en-US" sz="2400" b="0" i="0" u="none" strike="noStrike" kern="0" cap="none" spc="0" normalizeH="0" baseline="0" noProof="0" dirty="0">
                <a:ln>
                  <a:noFill/>
                </a:ln>
                <a:solidFill>
                  <a:srgbClr val="FFE599"/>
                </a:solidFill>
                <a:effectLst/>
                <a:uLnTx/>
                <a:uFillTx/>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https://notes.ietf.org/notes-ietf-125-nmop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fld id="{00000000-1234-1234-1234-123412341234}" type="slidenum">
              <a:rPr kumimoji="0" lang="en-US" sz="1100" b="0" i="0" u="none" strike="noStrike" kern="0" cap="none" spc="0" normalizeH="0" baseline="0" noProof="0" smtClean="0">
                <a:ln>
                  <a:noFill/>
                </a:ln>
                <a:solidFill>
                  <a:srgbClr val="737373"/>
                </a:solidFill>
                <a:effectLst/>
                <a:uLnTx/>
                <a:uFillTx/>
                <a:latin typeface="Open Sans Medium"/>
                <a:ea typeface="Open Sans Medium"/>
                <a:cs typeface="Open Sans Medium"/>
                <a:sym typeface="Open Sans Medium"/>
              </a:rPr>
              <a:pPr marL="0" marR="0" lvl="0" indent="0" algn="r" defTabSz="914400" rtl="0" eaLnBrk="1" fontAlgn="auto" latinLnBrk="0" hangingPunct="1">
                <a:lnSpc>
                  <a:spcPct val="100000"/>
                </a:lnSpc>
                <a:spcBef>
                  <a:spcPts val="0"/>
                </a:spcBef>
                <a:spcAft>
                  <a:spcPts val="0"/>
                </a:spcAft>
                <a:buClr>
                  <a:srgbClr val="737373"/>
                </a:buClr>
                <a:buSzPts val="1000"/>
                <a:buFont typeface="Roboto"/>
                <a:buNone/>
                <a:tabLst/>
                <a:defRPr/>
              </a:pPr>
              <a:t>5</a:t>
            </a:fld>
            <a:endParaRPr kumimoji="0" lang="en-US" sz="1100" b="0" i="0" u="none" strike="noStrike" kern="0" cap="none" spc="0" normalizeH="0" baseline="0" noProof="0" dirty="0">
              <a:ln>
                <a:noFill/>
              </a:ln>
              <a:solidFill>
                <a:srgbClr val="737373"/>
              </a:solidFill>
              <a:effectLst/>
              <a:uLnTx/>
              <a:uFillTx/>
              <a:latin typeface="Open Sans Medium"/>
              <a:ea typeface="Open Sans Medium"/>
              <a:cs typeface="Open Sans Medium"/>
              <a:sym typeface="Open Sans Medium"/>
            </a:endParaRPr>
          </a:p>
        </p:txBody>
      </p:sp>
    </p:spTree>
    <p:extLst>
      <p:ext uri="{BB962C8B-B14F-4D97-AF65-F5344CB8AC3E}">
        <p14:creationId xmlns:p14="http://schemas.microsoft.com/office/powerpoint/2010/main" val="3471097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8">
          <a:extLst>
            <a:ext uri="{FF2B5EF4-FFF2-40B4-BE49-F238E27FC236}">
              <a16:creationId xmlns:a16="http://schemas.microsoft.com/office/drawing/2014/main" id="{D07583A1-42AD-5036-D05C-4A66EF5CF64A}"/>
            </a:ext>
          </a:extLst>
        </p:cNvPr>
        <p:cNvGrpSpPr/>
        <p:nvPr/>
      </p:nvGrpSpPr>
      <p:grpSpPr>
        <a:xfrm>
          <a:off x="0" y="0"/>
          <a:ext cx="0" cy="0"/>
          <a:chOff x="0" y="0"/>
          <a:chExt cx="0" cy="0"/>
        </a:xfrm>
      </p:grpSpPr>
      <p:sp>
        <p:nvSpPr>
          <p:cNvPr id="69" name="Google Shape;69;p12">
            <a:extLst>
              <a:ext uri="{FF2B5EF4-FFF2-40B4-BE49-F238E27FC236}">
                <a16:creationId xmlns:a16="http://schemas.microsoft.com/office/drawing/2014/main" id="{3A862EC5-80EE-D0BE-6950-881788CE728B}"/>
              </a:ext>
            </a:extLst>
          </p:cNvPr>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latin typeface="Inter"/>
                <a:ea typeface="Inter"/>
                <a:cs typeface="Inter"/>
                <a:sym typeface="Inter"/>
              </a:rPr>
              <a:t>Agenda: Session 2</a:t>
            </a:r>
            <a:endParaRPr sz="2400" i="0" u="none" strike="noStrike" cap="none" dirty="0">
              <a:solidFill>
                <a:schemeClr val="lt1"/>
              </a:solidFill>
              <a:latin typeface="Inter"/>
              <a:ea typeface="Inter"/>
              <a:cs typeface="Inter"/>
              <a:sym typeface="Inter"/>
            </a:endParaRPr>
          </a:p>
        </p:txBody>
      </p:sp>
      <p:sp>
        <p:nvSpPr>
          <p:cNvPr id="2" name="Slide Number Placeholder 1">
            <a:extLst>
              <a:ext uri="{FF2B5EF4-FFF2-40B4-BE49-F238E27FC236}">
                <a16:creationId xmlns:a16="http://schemas.microsoft.com/office/drawing/2014/main" id="{CD06C171-096C-CA5B-4C5D-236D36DE604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pic>
        <p:nvPicPr>
          <p:cNvPr id="4" name="Picture 3">
            <a:extLst>
              <a:ext uri="{FF2B5EF4-FFF2-40B4-BE49-F238E27FC236}">
                <a16:creationId xmlns:a16="http://schemas.microsoft.com/office/drawing/2014/main" id="{AC6955B4-71A4-9EF4-4AD6-91AE6F68C1F1}"/>
              </a:ext>
            </a:extLst>
          </p:cNvPr>
          <p:cNvPicPr>
            <a:picLocks noChangeAspect="1"/>
          </p:cNvPicPr>
          <p:nvPr/>
        </p:nvPicPr>
        <p:blipFill>
          <a:blip r:embed="rId3"/>
          <a:stretch>
            <a:fillRect/>
          </a:stretch>
        </p:blipFill>
        <p:spPr>
          <a:xfrm>
            <a:off x="244699" y="1026439"/>
            <a:ext cx="7526238" cy="3783819"/>
          </a:xfrm>
          <a:prstGeom prst="rect">
            <a:avLst/>
          </a:prstGeom>
        </p:spPr>
      </p:pic>
    </p:spTree>
    <p:extLst>
      <p:ext uri="{BB962C8B-B14F-4D97-AF65-F5344CB8AC3E}">
        <p14:creationId xmlns:p14="http://schemas.microsoft.com/office/powerpoint/2010/main" val="387387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125 </a:t>
            </a:r>
            <a:r>
              <a:rPr lang="de-CH" dirty="0"/>
              <a:t>Shenzhen</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7</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7222825-62ea-40f3-96b5-5375c07996e2}" enabled="1" method="Privileged" siteId="{90c7a20a-f34b-40bf-bc48-b9253b6f5d20}" removed="0"/>
  <clbl:label id="{20bd2185-7f4f-483c-8403-3480aaa4171f}" enabled="1" method="Standard" siteId="{72adb271-2fc7-4afe-a5ee-9de6a59f6bfb}" removed="0"/>
  <clbl:label id="{2e1fccfb-80ca-4fe1-a574-1516544edb53}" enabled="1" method="Standard" siteId="{364e5b87-c1c7-420d-9bee-c35d19b557a1}" removed="0"/>
</clbl:labelList>
</file>

<file path=docProps/app.xml><?xml version="1.0" encoding="utf-8"?>
<Properties xmlns="http://schemas.openxmlformats.org/officeDocument/2006/extended-properties" xmlns:vt="http://schemas.openxmlformats.org/officeDocument/2006/docPropsVTypes">
  <TotalTime>0</TotalTime>
  <Words>1031</Words>
  <Application>Microsoft Office PowerPoint</Application>
  <PresentationFormat>On-screen Show (16:9)</PresentationFormat>
  <Paragraphs>67</Paragraphs>
  <Slides>7</Slides>
  <Notes>7</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7</vt:i4>
      </vt:variant>
    </vt:vector>
  </HeadingPairs>
  <TitlesOfParts>
    <vt:vector size="16" baseType="lpstr">
      <vt:lpstr>Arial</vt:lpstr>
      <vt:lpstr>Inter</vt:lpstr>
      <vt:lpstr>Montserrat</vt:lpstr>
      <vt:lpstr>Open Sans</vt:lpstr>
      <vt:lpstr>Open Sans Medium</vt:lpstr>
      <vt:lpstr>Open Sans SemiBold</vt:lpstr>
      <vt:lpstr>Roboto</vt:lpstr>
      <vt:lpstr>Material</vt:lpstr>
      <vt:lpstr>IETF Template</vt:lpstr>
      <vt:lpstr>Network Management Operations (nmop) WG – Session 2</vt:lpstr>
      <vt:lpstr>Note Well</vt:lpstr>
      <vt:lpstr>Note Really Well</vt:lpstr>
      <vt:lpstr>IETF 125 Meeting Tips</vt:lpstr>
      <vt:lpstr>Notetaker</vt:lpstr>
      <vt:lpstr>Agenda: Session 2</vt:lpstr>
      <vt:lpstr>Resources for IETF 125 Shenzhen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122 NMOP Chairs Slides</dc:title>
  <dc:creator>BOUCADAIR Mohamed INNOV/NET</dc:creator>
  <cp:lastModifiedBy>Graf Thomas, SCS-INI-NET-VNC-E2E</cp:lastModifiedBy>
  <cp:revision>15</cp:revision>
  <dcterms:modified xsi:type="dcterms:W3CDTF">2026-03-16T00:37:32Z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1751475423</vt:lpwstr>
  </property>
</Properties>
</file>