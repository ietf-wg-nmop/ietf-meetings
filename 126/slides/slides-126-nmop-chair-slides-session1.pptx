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4" r:id="rId1"/>
  </p:sldMasterIdLst>
  <p:notesMasterIdLst>
    <p:notesMasterId r:id="rId13"/>
  </p:notesMasterIdLst>
  <p:sldIdLst>
    <p:sldId id="276" r:id="rId2"/>
    <p:sldId id="256" r:id="rId3"/>
    <p:sldId id="259" r:id="rId4"/>
    <p:sldId id="261" r:id="rId5"/>
    <p:sldId id="287" r:id="rId6"/>
    <p:sldId id="278" r:id="rId7"/>
    <p:sldId id="283" r:id="rId8"/>
    <p:sldId id="284" r:id="rId9"/>
    <p:sldId id="285" r:id="rId10"/>
    <p:sldId id="286" r:id="rId11"/>
    <p:sldId id="260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59D06-233B-4A84-BAB1-FC917D228196}" v="7" dt="2026-03-16T00:35:0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9" d="100"/>
          <a:sy n="139" d="100"/>
        </p:scale>
        <p:origin x="176" y="512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custSel mod addSld delSld modSld">
      <pc:chgData name="Graf Thomas, SCS-INI-NET-VNC-E2E" userId="487bc3e3-9ce7-4cdd-b7b4-8899ea88d289" providerId="ADAL" clId="{ADEEF08A-D719-4B50-A383-4105EDA2C206}" dt="2026-03-16T00:34:54.732" v="33" actId="20577"/>
      <pc:docMkLst>
        <pc:docMk/>
      </pc:docMkLst>
      <pc:sldChg chg="del">
        <pc:chgData name="Graf Thomas, SCS-INI-NET-VNC-E2E" userId="487bc3e3-9ce7-4cdd-b7b4-8899ea88d289" providerId="ADAL" clId="{ADEEF08A-D719-4B50-A383-4105EDA2C206}" dt="2026-03-16T00:33:00.591" v="26" actId="47"/>
        <pc:sldMkLst>
          <pc:docMk/>
          <pc:sldMk cId="0" sldId="258"/>
        </pc:sldMkLst>
      </pc:sldChg>
      <pc:sldChg chg="add">
        <pc:chgData name="Graf Thomas, SCS-INI-NET-VNC-E2E" userId="487bc3e3-9ce7-4cdd-b7b4-8899ea88d289" providerId="ADAL" clId="{ADEEF08A-D719-4B50-A383-4105EDA2C206}" dt="2026-03-16T00:34:31.635" v="27"/>
        <pc:sldMkLst>
          <pc:docMk/>
          <pc:sldMk cId="0" sldId="259"/>
        </pc:sldMkLst>
      </pc:sldChg>
      <pc:sldChg chg="add">
        <pc:chgData name="Graf Thomas, SCS-INI-NET-VNC-E2E" userId="487bc3e3-9ce7-4cdd-b7b4-8899ea88d289" providerId="ADAL" clId="{ADEEF08A-D719-4B50-A383-4105EDA2C206}" dt="2026-03-16T00:31:09.369" v="19"/>
        <pc:sldMkLst>
          <pc:docMk/>
          <pc:sldMk cId="0" sldId="260"/>
        </pc:sldMkLst>
      </pc:sldChg>
      <pc:sldChg chg="modSp add mod">
        <pc:chgData name="Graf Thomas, SCS-INI-NET-VNC-E2E" userId="487bc3e3-9ce7-4cdd-b7b4-8899ea88d289" providerId="ADAL" clId="{ADEEF08A-D719-4B50-A383-4105EDA2C206}" dt="2026-03-16T00:34:54.732" v="33" actId="20577"/>
        <pc:sldMkLst>
          <pc:docMk/>
          <pc:sldMk cId="3471097262" sldId="261"/>
        </pc:sldMkLst>
        <pc:spChg chg="mod">
          <ac:chgData name="Graf Thomas, SCS-INI-NET-VNC-E2E" userId="487bc3e3-9ce7-4cdd-b7b4-8899ea88d289" providerId="ADAL" clId="{ADEEF08A-D719-4B50-A383-4105EDA2C206}" dt="2026-03-16T00:34:54.732" v="33" actId="20577"/>
          <ac:spMkLst>
            <pc:docMk/>
            <pc:sldMk cId="3471097262" sldId="261"/>
            <ac:spMk id="3" creationId="{DA4A6F5D-9442-B583-BAB9-5A102B90EC22}"/>
          </ac:spMkLst>
        </pc:spChg>
      </pc:sldChg>
      <pc:sldChg chg="modSp mod">
        <pc:chgData name="Graf Thomas, SCS-INI-NET-VNC-E2E" userId="487bc3e3-9ce7-4cdd-b7b4-8899ea88d289" providerId="ADAL" clId="{ADEEF08A-D719-4B50-A383-4105EDA2C206}" dt="2026-03-16T00:26:03.620" v="12" actId="20577"/>
        <pc:sldMkLst>
          <pc:docMk/>
          <pc:sldMk cId="0" sldId="276"/>
        </pc:sldMkLst>
        <pc:spChg chg="mod">
          <ac:chgData name="Graf Thomas, SCS-INI-NET-VNC-E2E" userId="487bc3e3-9ce7-4cdd-b7b4-8899ea88d289" providerId="ADAL" clId="{ADEEF08A-D719-4B50-A383-4105EDA2C206}" dt="2026-03-16T00:26:03.620" v="12" actId="20577"/>
          <ac:spMkLst>
            <pc:docMk/>
            <pc:sldMk cId="0" sldId="276"/>
            <ac:spMk id="100" creationId="{00000000-0000-0000-0000-000000000000}"/>
          </ac:spMkLst>
        </pc:spChg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4020374104" sldId="277"/>
        </pc:sldMkLst>
      </pc:sldChg>
      <pc:sldChg chg="addSp delSp modSp mod">
        <pc:chgData name="Graf Thomas, SCS-INI-NET-VNC-E2E" userId="487bc3e3-9ce7-4cdd-b7b4-8899ea88d289" providerId="ADAL" clId="{ADEEF08A-D719-4B50-A383-4105EDA2C206}" dt="2026-03-16T00:29:44.360" v="17" actId="14100"/>
        <pc:sldMkLst>
          <pc:docMk/>
          <pc:sldMk cId="3873870168" sldId="278"/>
        </pc:sldMkLst>
        <pc:picChg chg="del">
          <ac:chgData name="Graf Thomas, SCS-INI-NET-VNC-E2E" userId="487bc3e3-9ce7-4cdd-b7b4-8899ea88d289" providerId="ADAL" clId="{ADEEF08A-D719-4B50-A383-4105EDA2C206}" dt="2026-03-16T00:29:35.280" v="14" actId="478"/>
          <ac:picMkLst>
            <pc:docMk/>
            <pc:sldMk cId="3873870168" sldId="278"/>
            <ac:picMk id="3" creationId="{1FE22749-978F-230A-2C82-B42414055769}"/>
          </ac:picMkLst>
        </pc:picChg>
        <pc:picChg chg="add mod">
          <ac:chgData name="Graf Thomas, SCS-INI-NET-VNC-E2E" userId="487bc3e3-9ce7-4cdd-b7b4-8899ea88d289" providerId="ADAL" clId="{ADEEF08A-D719-4B50-A383-4105EDA2C206}" dt="2026-03-16T00:29:44.360" v="17" actId="14100"/>
          <ac:picMkLst>
            <pc:docMk/>
            <pc:sldMk cId="3873870168" sldId="278"/>
            <ac:picMk id="5" creationId="{0A3BAF73-6291-808C-D649-3286010A1023}"/>
          </ac:picMkLst>
        </pc:picChg>
      </pc:sldChg>
      <pc:sldChg chg="modSp del mod">
        <pc:chgData name="Graf Thomas, SCS-INI-NET-VNC-E2E" userId="487bc3e3-9ce7-4cdd-b7b4-8899ea88d289" providerId="ADAL" clId="{ADEEF08A-D719-4B50-A383-4105EDA2C206}" dt="2026-03-16T00:34:34.267" v="28" actId="47"/>
        <pc:sldMkLst>
          <pc:docMk/>
          <pc:sldMk cId="1619678016" sldId="280"/>
        </pc:sldMkLst>
        <pc:spChg chg="mod">
          <ac:chgData name="Graf Thomas, SCS-INI-NET-VNC-E2E" userId="487bc3e3-9ce7-4cdd-b7b4-8899ea88d289" providerId="ADAL" clId="{ADEEF08A-D719-4B50-A383-4105EDA2C206}" dt="2026-03-16T00:26:20.766" v="13" actId="20577"/>
          <ac:spMkLst>
            <pc:docMk/>
            <pc:sldMk cId="1619678016" sldId="280"/>
            <ac:spMk id="69" creationId="{E1870915-5CC2-61FE-6865-3145DCF074BE}"/>
          </ac:spMkLst>
        </pc:spChg>
      </pc:sldChg>
      <pc:sldChg chg="add del">
        <pc:chgData name="Graf Thomas, SCS-INI-NET-VNC-E2E" userId="487bc3e3-9ce7-4cdd-b7b4-8899ea88d289" providerId="ADAL" clId="{ADEEF08A-D719-4B50-A383-4105EDA2C206}" dt="2026-03-16T00:32:58.385" v="25"/>
        <pc:sldMkLst>
          <pc:docMk/>
          <pc:sldMk cId="0" sldId="281"/>
        </pc:sldMkLst>
      </pc:sldChg>
      <pc:sldChg chg="delSp add del mod">
        <pc:chgData name="Graf Thomas, SCS-INI-NET-VNC-E2E" userId="487bc3e3-9ce7-4cdd-b7b4-8899ea88d289" providerId="ADAL" clId="{ADEEF08A-D719-4B50-A383-4105EDA2C206}" dt="2026-03-16T00:32:51.261" v="24" actId="47"/>
        <pc:sldMkLst>
          <pc:docMk/>
          <pc:sldMk cId="609936168" sldId="281"/>
        </pc:sldMkLst>
        <pc:picChg chg="del">
          <ac:chgData name="Graf Thomas, SCS-INI-NET-VNC-E2E" userId="487bc3e3-9ce7-4cdd-b7b4-8899ea88d289" providerId="ADAL" clId="{ADEEF08A-D719-4B50-A383-4105EDA2C206}" dt="2026-03-16T00:32:34.879" v="23" actId="478"/>
          <ac:picMkLst>
            <pc:docMk/>
            <pc:sldMk cId="609936168" sldId="281"/>
            <ac:picMk id="71" creationId="{F8BD4ADA-9CD0-55D7-76AE-75E246A971E0}"/>
          </ac:picMkLst>
        </pc:picChg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1293646540" sldId="281"/>
        </pc:sldMkLst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1765196037" sldId="282"/>
        </pc:sldMkLst>
      </pc:sldChg>
      <pc:sldChg chg="del">
        <pc:chgData name="Graf Thomas, SCS-INI-NET-VNC-E2E" userId="487bc3e3-9ce7-4cdd-b7b4-8899ea88d289" providerId="ADAL" clId="{ADEEF08A-D719-4B50-A383-4105EDA2C206}" dt="2026-03-16T00:30:25.888" v="18" actId="47"/>
        <pc:sldMkLst>
          <pc:docMk/>
          <pc:sldMk cId="385604894" sldId="283"/>
        </pc:sldMkLst>
      </pc:sldChg>
      <pc:sldMasterChg chg="delSldLayout">
        <pc:chgData name="Graf Thomas, SCS-INI-NET-VNC-E2E" userId="487bc3e3-9ce7-4cdd-b7b4-8899ea88d289" providerId="ADAL" clId="{ADEEF08A-D719-4B50-A383-4105EDA2C206}" dt="2026-03-16T00:33:00.591" v="26" actId="47"/>
        <pc:sldMasterMkLst>
          <pc:docMk/>
          <pc:sldMasterMk cId="0" sldId="2147483664"/>
        </pc:sldMasterMkLst>
        <pc:sldLayoutChg chg="del">
          <pc:chgData name="Graf Thomas, SCS-INI-NET-VNC-E2E" userId="487bc3e3-9ce7-4cdd-b7b4-8899ea88d289" providerId="ADAL" clId="{ADEEF08A-D719-4B50-A383-4105EDA2C206}" dt="2026-03-16T00:30:25.888" v="18" actId="47"/>
          <pc:sldLayoutMkLst>
            <pc:docMk/>
            <pc:sldMasterMk cId="0" sldId="2147483664"/>
            <pc:sldLayoutMk cId="0" sldId="2147483649"/>
          </pc:sldLayoutMkLst>
        </pc:sldLayoutChg>
        <pc:sldLayoutChg chg="del">
          <pc:chgData name="Graf Thomas, SCS-INI-NET-VNC-E2E" userId="487bc3e3-9ce7-4cdd-b7b4-8899ea88d289" providerId="ADAL" clId="{ADEEF08A-D719-4B50-A383-4105EDA2C206}" dt="2026-03-16T00:33:00.591" v="26" actId="47"/>
          <pc:sldLayoutMkLst>
            <pc:docMk/>
            <pc:sldMasterMk cId="0" sldId="2147483664"/>
            <pc:sldLayoutMk cId="545161684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 dirty="0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 dirty="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 dirty="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</a:t>
            </a:r>
            <a:r>
              <a:rPr lang="en-US" sz="1200" dirty="0" err="1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Ombudsteam</a:t>
            </a: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 dirty="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 dirty="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9a795f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a9a795ffbb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3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E9D8-3C90-2362-EAA2-73A84245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40B1B-086A-02A0-B3FA-633E81AEE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DCB2-78E2-91A4-33BA-9DEF19B4A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20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501353B-1DE2-126C-2436-25310EED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E6A6B4E0-F8A0-1267-D6B2-FF10454B1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0353B784-13AB-227A-A05F-86EA1838A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513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CCA91F2-C8BC-2B48-CF08-6EBC486F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F14264FF-CC51-9F3E-2958-38589B174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EFCE72B6-2F25-ADE3-88C1-5CA6B5B04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868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CC18DE4-3674-1039-B625-313C22FA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D5692017-F6A7-695D-3BC6-3EE40A5EE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4F335127-292C-A2D2-94BD-1C02E39025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734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A426379-9679-532E-CC0D-7F43BD61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5A2CE57F-CF3A-B8C2-F356-F9BE6BE64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20AB62FC-7B0B-ED01-EF7F-9D236A9BF0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56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B4127F8-10CB-EE51-33BB-1AFE47F2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179d949db_7_60:notes">
            <a:extLst>
              <a:ext uri="{FF2B5EF4-FFF2-40B4-BE49-F238E27FC236}">
                <a16:creationId xmlns:a16="http://schemas.microsoft.com/office/drawing/2014/main" id="{0DB47FF4-FCC1-FDBA-3AAC-F9EA484DA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7179d949db_7_60:notes">
            <a:extLst>
              <a:ext uri="{FF2B5EF4-FFF2-40B4-BE49-F238E27FC236}">
                <a16:creationId xmlns:a16="http://schemas.microsoft.com/office/drawing/2014/main" id="{48DBF1AB-1840-A177-28C5-BB45DFA5D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565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1a2a6c77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71a2a6c778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 title" type="titleOnly">
  <p:cSld name="TITLE_ONLY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sz="24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rgbClr val="002D3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defRPr sz="36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037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6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s.ietf.org/notes-ietf-126-nmo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agend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ietf.org/how/meetings/issues/" TargetMode="External"/><Relationship Id="rId4" Type="http://schemas.openxmlformats.org/officeDocument/2006/relationships/hyperlink" Target="https://www.ietf.org/how/meetings/prepa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54475" y="1217444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Network Management Operations (</a:t>
            </a:r>
            <a:r>
              <a:rPr lang="en-US" sz="3600" dirty="0" err="1">
                <a:latin typeface="Inter"/>
                <a:ea typeface="Inter"/>
                <a:cs typeface="Inter"/>
                <a:sym typeface="Inter"/>
              </a:rPr>
              <a:t>nmop</a:t>
            </a: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) WG – Session 1</a:t>
            </a:r>
            <a:endParaRPr sz="3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475" y="2201927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IETF 126, July 20th, 2026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94650" y="4322350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Internet Engineering Task Force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© 202 IETF Trust 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Production by </a:t>
            </a:r>
            <a:r>
              <a:rPr lang="en-US" sz="1200" dirty="0" err="1">
                <a:latin typeface="Inter"/>
                <a:ea typeface="Inter"/>
                <a:cs typeface="Inter"/>
                <a:sym typeface="Inter"/>
              </a:rPr>
              <a:t>Meetecho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54475" y="3414667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2CC"/>
                </a:solidFill>
                <a:latin typeface="Inter"/>
                <a:ea typeface="Inter"/>
                <a:cs typeface="Inter"/>
                <a:sym typeface="Inter"/>
              </a:rPr>
              <a:t>This session is being recorded</a:t>
            </a:r>
            <a:endParaRPr sz="2400" dirty="0">
              <a:solidFill>
                <a:srgbClr val="FFF2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100;p19">
            <a:extLst>
              <a:ext uri="{FF2B5EF4-FFF2-40B4-BE49-F238E27FC236}">
                <a16:creationId xmlns:a16="http://schemas.microsoft.com/office/drawing/2014/main" id="{87CFB194-3778-2C13-73F3-088D1012F1B1}"/>
              </a:ext>
            </a:extLst>
          </p:cNvPr>
          <p:cNvSpPr txBox="1"/>
          <p:nvPr/>
        </p:nvSpPr>
        <p:spPr>
          <a:xfrm>
            <a:off x="783511" y="2913334"/>
            <a:ext cx="6331663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WG Chairs: B. Claise, R. Rahman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/>
        </p:nvSpPr>
        <p:spPr>
          <a:xfrm>
            <a:off x="311700" y="740167"/>
            <a:ext cx="8520600" cy="4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participating in the IETF you agree to follow IETF processes and policies. This Note Well is a reminder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some of those policies. For a linked version of this text, please visit </a:t>
            </a:r>
            <a:r>
              <a:rPr lang="en-US" sz="1200" i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www.ietf.org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/note-well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use the QR code below.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participants are expected to behave in a professional manner and extend respect and courtesy to their colleagues at all times (see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7154: IETF Guidelines for Conduct and IETF Anti-Harassment Policy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If you have any concerns about behavior, please contact the </a:t>
            </a:r>
            <a:r>
              <a:rPr lang="en-US" sz="1200" i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Ombudsteam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who have a duty of confidentiality and extensive powers to act, as set out in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7776: IETF Anti-Harassment Procedures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you are aware that any IETF contribution (as defined in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5378: Rights Contributors Provide to the IETF Trust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is covered by patents or patent applications that are owned or controlled by you, your employer or your sponsor, you must disclose that fact, or not participate in the discussion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8179: Intellectual Property Rights in IETF Technology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detailed process information consult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2026: Internet Standards Process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2418: IETF Working Group Guidelines and Procedures 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updates to those.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IETF routinely makes public written, audio, video, and photographic records </a:t>
            </a:r>
            <a:b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IETF activities, including your personal information as set out in the </a:t>
            </a:r>
            <a:r>
              <a:rPr lang="en-US" sz="1200" i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Privacy Statement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advice, please talk to Working Group chairs or Area Directors.</a:t>
            </a:r>
            <a:endParaRPr sz="1200" dirty="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Note Well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875" y="3038675"/>
            <a:ext cx="1383300" cy="1383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BCE52-5DE2-CE25-66E0-0614F20563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IETF 126 Meeting Tips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31800" y="1896950"/>
            <a:ext cx="8480400" cy="2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In-person participants</a:t>
            </a:r>
            <a:endParaRPr lang="en-US"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Make sure to sign into the session via </a:t>
            </a:r>
            <a:r>
              <a:rPr lang="en-US" sz="1600" dirty="0" err="1">
                <a:solidFill>
                  <a:srgbClr val="000000"/>
                </a:solidFill>
              </a:rPr>
              <a:t>Datatracker</a:t>
            </a:r>
            <a:r>
              <a:rPr lang="en-US" sz="1600" dirty="0">
                <a:solidFill>
                  <a:srgbClr val="000000"/>
                </a:solidFill>
              </a:rPr>
              <a:t> or the QR Code in this session.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Use </a:t>
            </a:r>
            <a:r>
              <a:rPr lang="en-US" sz="1600" dirty="0" err="1">
                <a:solidFill>
                  <a:srgbClr val="000000"/>
                </a:solidFill>
              </a:rPr>
              <a:t>Meetecho</a:t>
            </a:r>
            <a:r>
              <a:rPr lang="en-US" sz="1600" dirty="0">
                <a:solidFill>
                  <a:srgbClr val="000000"/>
                </a:solidFill>
              </a:rPr>
              <a:t> (usually the “</a:t>
            </a:r>
            <a:r>
              <a:rPr lang="en-US" sz="1600" dirty="0" err="1">
                <a:solidFill>
                  <a:srgbClr val="000000"/>
                </a:solidFill>
              </a:rPr>
              <a:t>Meetecho</a:t>
            </a:r>
            <a:r>
              <a:rPr lang="en-US" sz="1600" dirty="0">
                <a:solidFill>
                  <a:srgbClr val="000000"/>
                </a:solidFill>
              </a:rPr>
              <a:t> lite”) client to:</a:t>
            </a:r>
          </a:p>
          <a:p>
            <a:pPr marL="91440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join the mic queue</a:t>
            </a:r>
          </a:p>
          <a:p>
            <a:pPr marL="914400" lvl="1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-US" sz="1600" dirty="0">
                <a:solidFill>
                  <a:srgbClr val="000000"/>
                </a:solidFill>
              </a:rPr>
              <a:t>participate in shows of hands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i="1" dirty="0">
                <a:solidFill>
                  <a:srgbClr val="000000"/>
                </a:solidFill>
              </a:rPr>
              <a:t>Keep audio and video off if not using the onsite version.</a:t>
            </a:r>
            <a:endParaRPr lang="en-US" sz="16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Remote participants </a:t>
            </a:r>
            <a:endParaRPr lang="en-US" sz="1600" dirty="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Make sure your audio and video are off unless you are chairing or presenting during a session.</a:t>
            </a: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dirty="0">
                <a:solidFill>
                  <a:srgbClr val="000000"/>
                </a:solidFill>
              </a:rPr>
              <a:t>Use of a headset is strongly recommended.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Open Sans Medium"/>
                <a:ea typeface="Open Sans Medium"/>
                <a:cs typeface="Open Sans Medium"/>
                <a:sym typeface="Open Sans Medium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7373"/>
                </a:buClr>
                <a:buSzPts val="1000"/>
                <a:buFont typeface="Roboto"/>
                <a:buNone/>
                <a:tabLst/>
                <a:defRPr/>
              </a:pPr>
              <a:t>3</a:t>
            </a:fld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1709550" y="218225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E599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This session is being recorded</a:t>
            </a: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950" y="2699300"/>
            <a:ext cx="1818475" cy="810300"/>
          </a:xfrm>
          <a:prstGeom prst="rect">
            <a:avLst/>
          </a:prstGeom>
          <a:noFill/>
          <a:ln>
            <a:noFill/>
          </a:ln>
          <a:effectLst>
            <a:outerShdw blurRad="114300" dist="19050" dir="3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15DC-F076-98D2-1BDF-BC01FEC9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Notetaker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A6F5D-9442-B583-BAB9-5A102B90E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a volunteer for notetaking.</a:t>
            </a:r>
          </a:p>
          <a:p>
            <a:r>
              <a:rPr lang="en-US" dirty="0">
                <a:hlinkClick r:id="rId3"/>
              </a:rPr>
              <a:t>https://notes.ietf.org/notes-ietf-126-nmop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BDC7-4DE9-D9D5-0725-BBEF6CFE8D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Open Sans Medium"/>
                <a:ea typeface="Open Sans Medium"/>
                <a:cs typeface="Open Sans Medium"/>
                <a:sym typeface="Open Sans Medium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7373"/>
                </a:buClr>
                <a:buSzPts val="1000"/>
                <a:buFont typeface="Roboto"/>
                <a:buNone/>
                <a:tabLst/>
                <a:defRPr/>
              </a:pPr>
              <a:t>4</a:t>
            </a:fld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7109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A69FA-7730-FFA9-9E39-9F431FFE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DC53-54D9-86EC-9512-0B49D64E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Welcome to our new secretaries!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491DF-3707-27AE-5657-53D05D157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</a:t>
            </a:r>
            <a:r>
              <a:rPr lang="en-US" b="1" dirty="0"/>
              <a:t>Lucia Cabanillas Rodriguez</a:t>
            </a:r>
            <a:r>
              <a:rPr lang="en-US" dirty="0"/>
              <a:t> and </a:t>
            </a:r>
            <a:r>
              <a:rPr lang="en-CA" b="1" dirty="0" err="1"/>
              <a:t>Jéferson</a:t>
            </a:r>
            <a:r>
              <a:rPr lang="en-CA" b="1" dirty="0"/>
              <a:t> Campos Nobre</a:t>
            </a:r>
            <a:r>
              <a:rPr lang="en-CA" dirty="0"/>
              <a:t>!</a:t>
            </a:r>
          </a:p>
          <a:p>
            <a:r>
              <a:rPr lang="en-CA" dirty="0"/>
              <a:t>Our thanks to </a:t>
            </a:r>
            <a:r>
              <a:rPr lang="en-CA" b="1" dirty="0"/>
              <a:t>Thomas Graf</a:t>
            </a:r>
            <a:r>
              <a:rPr lang="en-CA" dirty="0"/>
              <a:t>  our </a:t>
            </a:r>
            <a:r>
              <a:rPr lang="en-CA"/>
              <a:t>departing secretary.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6EBF-4430-AE5F-7A25-BD25BEB844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Open Sans Medium"/>
                <a:ea typeface="Open Sans Medium"/>
                <a:cs typeface="Open Sans Medium"/>
                <a:sym typeface="Open Sans Medium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7373"/>
                </a:buClr>
                <a:buSzPts val="1000"/>
                <a:buFont typeface="Roboto"/>
                <a:buNone/>
                <a:tabLst/>
                <a:defRPr/>
              </a:pPr>
              <a:t>5</a:t>
            </a:fld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8007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D07583A1-42AD-5036-D05C-4A66EF5C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3A862EC5-80EE-D0BE-6950-881788CE7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Agenda: Session 1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6C171-096C-CA5B-4C5D-236D36DE6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DC6A0-3DFF-E943-1979-31B302F5C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36" y="1234142"/>
            <a:ext cx="7772400" cy="333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7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B82840E-8823-51A0-8E43-3C993C1B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310682-4611-83BF-D44B-68AE8B90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22269"/>
            <a:ext cx="7251590" cy="4421231"/>
          </a:xfrm>
          <a:prstGeom prst="rect">
            <a:avLst/>
          </a:prstGeom>
        </p:spPr>
      </p:pic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379F77B1-2B3F-CAA6-FB67-67C447861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Document Status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Bulle narrative : ronde 8">
            <a:extLst>
              <a:ext uri="{FF2B5EF4-FFF2-40B4-BE49-F238E27FC236}">
                <a16:creationId xmlns:a16="http://schemas.microsoft.com/office/drawing/2014/main" id="{7810E069-5DC9-93DB-6EE3-4270F84AFED9}"/>
              </a:ext>
            </a:extLst>
          </p:cNvPr>
          <p:cNvSpPr/>
          <p:nvPr/>
        </p:nvSpPr>
        <p:spPr>
          <a:xfrm>
            <a:off x="7325439" y="3637074"/>
            <a:ext cx="1343250" cy="921123"/>
          </a:xfrm>
          <a:prstGeom prst="wedgeEllipseCallout">
            <a:avLst>
              <a:gd name="adj1" fmla="val -192507"/>
              <a:gd name="adj2" fmla="val 6123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accent4"/>
                </a:solidFill>
              </a:rPr>
              <a:t>RFC Editor Queue</a:t>
            </a:r>
          </a:p>
        </p:txBody>
      </p:sp>
      <p:sp>
        <p:nvSpPr>
          <p:cNvPr id="5" name="Bulle narrative : ronde 8">
            <a:extLst>
              <a:ext uri="{FF2B5EF4-FFF2-40B4-BE49-F238E27FC236}">
                <a16:creationId xmlns:a16="http://schemas.microsoft.com/office/drawing/2014/main" id="{E67EEA6E-C123-F5BF-38D5-1E1611E7A6E0}"/>
              </a:ext>
            </a:extLst>
          </p:cNvPr>
          <p:cNvSpPr/>
          <p:nvPr/>
        </p:nvSpPr>
        <p:spPr>
          <a:xfrm>
            <a:off x="7369099" y="2339545"/>
            <a:ext cx="1255930" cy="921123"/>
          </a:xfrm>
          <a:prstGeom prst="wedgeEllipseCallout">
            <a:avLst>
              <a:gd name="adj1" fmla="val -212774"/>
              <a:gd name="adj2" fmla="val -4676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accent4"/>
                </a:solidFill>
              </a:rPr>
              <a:t>WGLC</a:t>
            </a:r>
          </a:p>
          <a:p>
            <a:pPr algn="ctr"/>
            <a:r>
              <a:rPr lang="fr-FR" sz="1200" dirty="0" err="1">
                <a:solidFill>
                  <a:schemeClr val="accent4"/>
                </a:solidFill>
              </a:rPr>
              <a:t>completed</a:t>
            </a:r>
            <a:endParaRPr lang="fr-FR" sz="1200" dirty="0">
              <a:solidFill>
                <a:schemeClr val="accent4"/>
              </a:solidFill>
            </a:endParaRPr>
          </a:p>
        </p:txBody>
      </p:sp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50BBA8CB-30AB-A916-E5F5-F7F3B5B40157}"/>
              </a:ext>
            </a:extLst>
          </p:cNvPr>
          <p:cNvSpPr/>
          <p:nvPr/>
        </p:nvSpPr>
        <p:spPr>
          <a:xfrm>
            <a:off x="7325439" y="1330754"/>
            <a:ext cx="1343250" cy="921123"/>
          </a:xfrm>
          <a:prstGeom prst="wedgeEllipseCallout">
            <a:avLst>
              <a:gd name="adj1" fmla="val -239468"/>
              <a:gd name="adj2" fmla="val 1812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accent4"/>
                </a:solidFill>
              </a:rPr>
              <a:t>Adopted</a:t>
            </a:r>
            <a:r>
              <a:rPr lang="fr-FR" sz="1200" dirty="0">
                <a:solidFill>
                  <a:schemeClr val="accent4"/>
                </a:solidFill>
              </a:rPr>
              <a:t> </a:t>
            </a:r>
            <a:r>
              <a:rPr lang="fr-FR" sz="1200" dirty="0" err="1">
                <a:solidFill>
                  <a:schemeClr val="accent4"/>
                </a:solidFill>
              </a:rPr>
              <a:t>since</a:t>
            </a:r>
            <a:r>
              <a:rPr lang="fr-FR" sz="1200" dirty="0">
                <a:solidFill>
                  <a:schemeClr val="accent4"/>
                </a:solidFill>
              </a:rPr>
              <a:t> </a:t>
            </a:r>
          </a:p>
          <a:p>
            <a:pPr algn="ctr"/>
            <a:r>
              <a:rPr lang="fr-FR" sz="1200" dirty="0">
                <a:solidFill>
                  <a:schemeClr val="accent4"/>
                </a:solidFill>
              </a:rPr>
              <a:t>IETF 124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72AC35-771D-1C2B-0578-89488CAFE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8CB9E5A-4BCD-3230-FEAB-A29C5726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6D560B-7609-16AA-9338-C28B483A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4084"/>
            <a:ext cx="6639339" cy="3960714"/>
          </a:xfrm>
          <a:prstGeom prst="rect">
            <a:avLst/>
          </a:prstGeom>
        </p:spPr>
      </p:pic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2A43BCAF-5DA5-B0AC-C636-6A1E6CC4B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Milestones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716BD65A-A7D1-C93B-D733-28C06AEAEA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70A0EB0D-FFD8-257A-C3B2-95B60C879AEF}"/>
              </a:ext>
            </a:extLst>
          </p:cNvPr>
          <p:cNvSpPr txBox="1"/>
          <p:nvPr/>
        </p:nvSpPr>
        <p:spPr>
          <a:xfrm>
            <a:off x="7195738" y="2001856"/>
            <a:ext cx="173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0B0F0"/>
                </a:solidFill>
              </a:rPr>
              <a:t>November</a:t>
            </a:r>
            <a:r>
              <a:rPr lang="fr-FR" dirty="0">
                <a:solidFill>
                  <a:srgbClr val="00B0F0"/>
                </a:solidFill>
              </a:rPr>
              <a:t> 2026 </a:t>
            </a:r>
          </a:p>
        </p:txBody>
      </p:sp>
      <p:sp>
        <p:nvSpPr>
          <p:cNvPr id="7" name="Flèche : gauche 7">
            <a:extLst>
              <a:ext uri="{FF2B5EF4-FFF2-40B4-BE49-F238E27FC236}">
                <a16:creationId xmlns:a16="http://schemas.microsoft.com/office/drawing/2014/main" id="{987DD165-3EA1-DE30-8657-AC8F90B5CD0A}"/>
              </a:ext>
            </a:extLst>
          </p:cNvPr>
          <p:cNvSpPr/>
          <p:nvPr/>
        </p:nvSpPr>
        <p:spPr>
          <a:xfrm>
            <a:off x="6391069" y="2038083"/>
            <a:ext cx="804669" cy="235324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5B03F52C-E45F-D4A0-03F7-961B312B0011}"/>
              </a:ext>
            </a:extLst>
          </p:cNvPr>
          <p:cNvSpPr txBox="1"/>
          <p:nvPr/>
        </p:nvSpPr>
        <p:spPr>
          <a:xfrm>
            <a:off x="7195738" y="1323935"/>
            <a:ext cx="1539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Our </a:t>
            </a:r>
            <a:r>
              <a:rPr lang="fr-FR" dirty="0" err="1">
                <a:solidFill>
                  <a:srgbClr val="00B0F0"/>
                </a:solidFill>
              </a:rPr>
              <a:t>next</a:t>
            </a:r>
            <a:r>
              <a:rPr lang="fr-FR" dirty="0">
                <a:solidFill>
                  <a:srgbClr val="00B0F0"/>
                </a:solidFill>
              </a:rPr>
              <a:t> </a:t>
            </a:r>
            <a:r>
              <a:rPr lang="fr-FR" dirty="0" err="1">
                <a:solidFill>
                  <a:srgbClr val="00B0F0"/>
                </a:solidFill>
              </a:rPr>
              <a:t>target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12" name="Flèche : gauche 7">
            <a:extLst>
              <a:ext uri="{FF2B5EF4-FFF2-40B4-BE49-F238E27FC236}">
                <a16:creationId xmlns:a16="http://schemas.microsoft.com/office/drawing/2014/main" id="{4482C08A-EB0E-D7DF-7808-723DF4355C3C}"/>
              </a:ext>
            </a:extLst>
          </p:cNvPr>
          <p:cNvSpPr/>
          <p:nvPr/>
        </p:nvSpPr>
        <p:spPr>
          <a:xfrm>
            <a:off x="6391069" y="1360162"/>
            <a:ext cx="804669" cy="235324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2E5BCDC2-6B92-ED2D-C725-0E0A92673469}"/>
              </a:ext>
            </a:extLst>
          </p:cNvPr>
          <p:cNvSpPr txBox="1"/>
          <p:nvPr/>
        </p:nvSpPr>
        <p:spPr>
          <a:xfrm>
            <a:off x="7195738" y="2327747"/>
            <a:ext cx="173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0B0F0"/>
                </a:solidFill>
              </a:rPr>
              <a:t>November</a:t>
            </a:r>
            <a:r>
              <a:rPr lang="fr-FR" dirty="0">
                <a:solidFill>
                  <a:srgbClr val="00B0F0"/>
                </a:solidFill>
              </a:rPr>
              <a:t> 2026 </a:t>
            </a:r>
          </a:p>
        </p:txBody>
      </p:sp>
      <p:sp>
        <p:nvSpPr>
          <p:cNvPr id="14" name="Flèche : gauche 7">
            <a:extLst>
              <a:ext uri="{FF2B5EF4-FFF2-40B4-BE49-F238E27FC236}">
                <a16:creationId xmlns:a16="http://schemas.microsoft.com/office/drawing/2014/main" id="{F731843A-3705-54E2-5AB0-9F390B2A6C9B}"/>
              </a:ext>
            </a:extLst>
          </p:cNvPr>
          <p:cNvSpPr/>
          <p:nvPr/>
        </p:nvSpPr>
        <p:spPr>
          <a:xfrm>
            <a:off x="6391069" y="2363974"/>
            <a:ext cx="804669" cy="235324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DC70A2FB-01A0-E46E-0EE7-2F6E6965D843}"/>
              </a:ext>
            </a:extLst>
          </p:cNvPr>
          <p:cNvSpPr txBox="1"/>
          <p:nvPr/>
        </p:nvSpPr>
        <p:spPr>
          <a:xfrm>
            <a:off x="7195738" y="1671072"/>
            <a:ext cx="1734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July 2026 </a:t>
            </a:r>
          </a:p>
        </p:txBody>
      </p:sp>
      <p:sp>
        <p:nvSpPr>
          <p:cNvPr id="9" name="Flèche : gauche 7">
            <a:extLst>
              <a:ext uri="{FF2B5EF4-FFF2-40B4-BE49-F238E27FC236}">
                <a16:creationId xmlns:a16="http://schemas.microsoft.com/office/drawing/2014/main" id="{B311E8CD-04F7-DBC8-231B-CB7F32AA3367}"/>
              </a:ext>
            </a:extLst>
          </p:cNvPr>
          <p:cNvSpPr/>
          <p:nvPr/>
        </p:nvSpPr>
        <p:spPr>
          <a:xfrm>
            <a:off x="6391069" y="1707299"/>
            <a:ext cx="804669" cy="235324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15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4528F9CB-41FD-5D2B-6FEE-E3B062EC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9A32A1F9-3244-50EA-E7C0-33DA839E8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Document Dependencies (normative references)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63836B2-30B7-510E-E416-2592E30D8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78" y="1434112"/>
            <a:ext cx="8681044" cy="277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25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944F257A-7422-C74D-1144-87352D7E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>
            <a:extLst>
              <a:ext uri="{FF2B5EF4-FFF2-40B4-BE49-F238E27FC236}">
                <a16:creationId xmlns:a16="http://schemas.microsoft.com/office/drawing/2014/main" id="{FE8E2818-76E6-D8E5-EC8E-478B87160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 dirty="0">
                <a:latin typeface="Inter"/>
                <a:ea typeface="Inter"/>
                <a:cs typeface="Inter"/>
                <a:sym typeface="Inter"/>
              </a:rPr>
              <a:t>Survey responses</a:t>
            </a:r>
            <a:endParaRPr sz="2400" i="0" u="none" strike="noStrike" cap="none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81681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Resources for </a:t>
            </a:r>
            <a:r>
              <a:rPr lang="en-US" sz="3600" b="0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IETF </a:t>
            </a:r>
            <a:r>
              <a:rPr lang="en-US" dirty="0"/>
              <a:t>126 </a:t>
            </a:r>
            <a:r>
              <a:rPr lang="de-CH" dirty="0"/>
              <a:t>Vienna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457200" marR="0" lvl="0" indent="-3429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Agenda</a:t>
            </a:r>
            <a:br>
              <a:rPr lang="en-US" b="1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https://datatracker.ietf.org/meeting/agenda</a:t>
            </a:r>
            <a:r>
              <a:rPr lang="en-U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4572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Meetecho and other information: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https://www.ietf.org/how/meetings/preparation</a:t>
            </a:r>
            <a:r>
              <a:rPr lang="en-U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marL="4572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If you need technical assistance, see the Reporting Issues page: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5"/>
              </a:rPr>
              <a:t>http://www.ietf.org/how/meetings/issues/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694000" y="4724798"/>
            <a:ext cx="378328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  <clbl:label id="{20bd2185-7f4f-483c-8403-3480aaa4171f}" enabled="1" method="Standard" siteId="{72adb271-2fc7-4afe-a5ee-9de6a59f6bfb}" removed="0"/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1545</Words>
  <Application>Microsoft Macintosh PowerPoint</Application>
  <PresentationFormat>On-screen Show (16:9)</PresentationFormat>
  <Paragraphs>129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Inter</vt:lpstr>
      <vt:lpstr>Montserrat</vt:lpstr>
      <vt:lpstr>Open Sans</vt:lpstr>
      <vt:lpstr>Open Sans Medium</vt:lpstr>
      <vt:lpstr>Open Sans SemiBold</vt:lpstr>
      <vt:lpstr>Roboto</vt:lpstr>
      <vt:lpstr>Material</vt:lpstr>
      <vt:lpstr>Network Management Operations (nmop) WG – Session 1</vt:lpstr>
      <vt:lpstr>Note Well</vt:lpstr>
      <vt:lpstr>IETF 126 Meeting Tips</vt:lpstr>
      <vt:lpstr>Notetaker</vt:lpstr>
      <vt:lpstr>Welcome to our new secretaries!</vt:lpstr>
      <vt:lpstr>Agenda: Session 1</vt:lpstr>
      <vt:lpstr>Document Status</vt:lpstr>
      <vt:lpstr>Milestones</vt:lpstr>
      <vt:lpstr>Document Dependencies (normative references)</vt:lpstr>
      <vt:lpstr>Survey responses</vt:lpstr>
      <vt:lpstr>Resources for IETF 126 Vienna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122 NMOP Chairs Slides</dc:title>
  <dc:creator>BOUCADAIR Mohamed INNOV/NET</dc:creator>
  <cp:lastModifiedBy>Reshad Rahman</cp:lastModifiedBy>
  <cp:revision>22</cp:revision>
  <dcterms:modified xsi:type="dcterms:W3CDTF">2026-07-13T16:15:43Z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1751475423</vt:lpwstr>
  </property>
</Properties>
</file>