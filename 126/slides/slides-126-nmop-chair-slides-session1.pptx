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notesSlides/notesSlide10.xml" ContentType="application/vnd.openxmlformats-officedocument.presentationml.notesSlide+xml"/>
  <Override PartName="/ppt/ink/ink2.xml" ContentType="application/inkml+xml"/>
  <Override PartName="/ppt/notesSlides/notesSlide11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12.xml" ContentType="application/vnd.openxmlformats-officedocument.presentationml.notesSlide+xml"/>
  <Override PartName="/ppt/ink/ink6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4" r:id="rId1"/>
  </p:sldMasterIdLst>
  <p:notesMasterIdLst>
    <p:notesMasterId r:id="rId16"/>
  </p:notesMasterIdLst>
  <p:sldIdLst>
    <p:sldId id="276" r:id="rId2"/>
    <p:sldId id="256" r:id="rId3"/>
    <p:sldId id="259" r:id="rId4"/>
    <p:sldId id="261" r:id="rId5"/>
    <p:sldId id="287" r:id="rId6"/>
    <p:sldId id="278" r:id="rId7"/>
    <p:sldId id="288" r:id="rId8"/>
    <p:sldId id="284" r:id="rId9"/>
    <p:sldId id="289" r:id="rId10"/>
    <p:sldId id="290" r:id="rId11"/>
    <p:sldId id="291" r:id="rId12"/>
    <p:sldId id="292" r:id="rId13"/>
    <p:sldId id="286" r:id="rId14"/>
    <p:sldId id="260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4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659D06-233B-4A84-BAB1-FC917D228196}" v="7" dt="2026-03-16T00:35:04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4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4:30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451 150 24575,'-6'5'0,"1"-1"0,-1 0 0,2 1 0,-3 0 0,1 1 0,-1 1 0,0-1 0,1 1 0,-1 0 0,-1 2 0,0 0 0,2 0 0,2-2 0,1-2 0,-1 0 0,-1 1 0,-3 2 0,-2 3 0,-2 2 0,-1 2 0,-1 1 0,2-1 0,2 0 0,0-1 0,1-1 0,1 1 0,-1-1 0,0 1 0,-1 3 0,-3 4 0,-1 2 0,-1 3 0,1-1 0,0-1 0,2-1 0,0-1 0,3 0 0,1-2 0,2-1 0,2 0 0,0 2 0,0 3 0,-1 1 0,0 1 0,0-1 0,-1-1 0,3-2 0,-1-1 0,2-2 0,1 2 0,-1 0 0,-1 0 0,1 0 0,0 2 0,0-1 0,1 1 0,1 1 0,0 2 0,0 3 0,0 5 0,0 1 0,0 0 0,0-5 0,0-4 0,0-3 0,0-1 0,0 0 0,-1 1 0,-1 1 0,0 4 0,-2 2 0,2 3 0,-3 4 0,-1 2 0,0 3 0,0-2 0,1-3 0,2-5 0,1-3 0,1-2 0,1-2 0,0-2 0,0-1 0,0-3 0,0-1 0,0-2 0,0-1 0,0-1 0,0 1 0,0 0 0,0 3 0,0-1 0,0-1 0,0-1 0,0-2 0,0 2 0,0 1 0,1 2 0,1 1 0,1 0 0,3 2 0,-1 0 0,1 1 0,0-1 0,1-1 0,0-3 0,0-2 0,1-2 0,0 1 0,1-1 0,-1 0 0,0 1 0,1-1 0,0 1 0,1-1 0,0 0 0,0 0 0,-2 1 0,-1-2 0,-1-1 0,0-1 0,0 0 0,-2 0 0,2-1 0,0 0 0,1 1 0,1 1 0,0 1 0,-1-1 0,0 1 0,1 1 0,1-1 0,-1-1 0,2-1 0,-2 0 0,1 0 0,0 0 0,0 1 0,0-1 0,0 0 0,2-1 0,-1 1 0,1-1 0,1 0 0,0 0 0,1 0 0,1 0 0,-1-1 0,0-1 0,1-1 0,-1 0 0,-2-1 0,1-1 0,-1 1 0,0 1 0,1-1 0,-1 0 0,1 0 0,2-2 0,-1 2 0,-1-2 0,-1-1 0,-1 1 0,0-1 0,2 1 0,-1 0 0,3 0 0,-1 1 0,1-1 0,-1 2 0,2-2 0,1 2 0,1-2 0,0 0 0,0 1 0,1-3 0,-1 2 0,1-1 0,-3 0 0,0 0 0,-1-1 0,-1 1 0,1 0 0,1-1 0,1-1 0,-1 0 0,0 0 0,-2 0 0,1 0 0,-1 0 0,1 0 0,2 0 0,1 0 0,1 0 0,2 0 0,1 0 0,3 0 0,0 0 0,1 0 0,1 0 0,-2 0 0,1 0 0,-1 0 0,1 0 0,3 0 0,0 0 0,3 0 0,2 0 0,0 0 0,1-1 0,1 0 0,5-1 0,4-2 0,3 0 0,-1 0 0,1-1 0,1-1 0,-2-1 0,-2 1 0,-1 0 0,-1 2 0,2 0 0,2 0 0,1 0 0,0 0 0,2 1 0,0 2 0,3 1 0,2 0 0,0-2 0,1-1 0,2-2 0,3 1 0,2 1 0,3 0 0,1 1 0,-1-3 0,-1 1 0,-3 0 0,-5-1 0,-3 3 0,-2 0 0,-2 2 0,1-2 0,4 0 0,1-1 0,2 0 0,-2-2 0,-3-1 0,-1-2 0,-3 0 0,-1-1 0,-1 1 0,-4-2 0,-4-2 0,0-3 0,-2-5 0,2-4 0,-2-4 0,0-5 0,0-2 0,-2-4 0,0-5 0,-3-1 0,-2-6 0,-2-3 0,1-6 0,1-3 0,-3 1 0,-1-1 0,-2 4 0,-2-1 0,1 0 0,-4 1 0,-1 4 0,-3 4 0,-3 5 0,-4 6 0,-3 1 0,-2 1 0,-2-2 0,0-7 0,-2-2 0,-3-2 0,-3-1 0,-3 2 0,-5-2 0,-3-2 0,-5-3 0,-4-5 0,-5-4 0,-3-4 0,-3-1 0,0 4 0,4 7 0,4 9 0,3 9 0,5 6 0,-1 6 0,-1 2 0,1 2 0,-2 0 0,2 0 0,-2 2 0,0 0 0,1 1 0,0 0 0,1 2 0,-1 3 0,2 4 0,0 3 0,-1 2 0,0 1 0,-1 2 0,1 0 0,-2 1 0,-1-1 0,-1 1 0,-2-2 0,-1 0 0,0 1 0,-3 1 0,0 0 0,-1 0 0,1 0 0,-2 0 0,-1 0 0,-2-1 0,-2 1 0,-2-1 0,-2 1 0,-2 0 0,-3 0 0,-4 3 0,-1 0 0,0 1 0,4 0 0,7-3 0,3-2 0,2-2 0,0 1 0,0-1 0,0 1 0,0 1 0,-1 2 0,-1 0 0,-2 0 0,0 1 0,-1 0 0,1-1 0,0 0 0,-1 2 0,0-1 0,-3 1 0,-1 0 0,-1 0 0,0 1 0,3 1 0,1 0 0,2 0 0,3 0 0,1-2 0,2 0 0,5 0 0,1 0 0,0 2 0,-1 0 0,0 0 0,-2 0 0,-1 0 0,0 1 0,-1 1 0,-1 2 0,-1 0 0,1 0 0,3 0 0,4-2 0,1-1 0,4 1 0,-1 0 0,2-1 0,2 2 0,2 0 0,2 0 0,-2 0 0,3 1 0,1-1 0,-1 1 0,-1 2 0,-1 0 0,-1 1 0,1-1 0,3 0 0,2-2 0,2 0 0,1-1 0,0-1 0,1 0 0,0-2 0,-2 1 0,0 1 0,-2 1 0,1 0 0,-1-1 0,3 1 0,-1-2 0,3 2 0,1 0 0,0-1 0,0 0 0,-2-2 0,-1 0 0,-1 0 0,-2 0 0,1 0 0,-1 2 0,1 1 0,-1 0 0,1 1 0,-1-1 0,-3 1 0,-1 1 0,-2 1 0,3-1 0,4-1 0,7-1 0,3 0 0,6 0 0,0 0 0,0 0 0,1 0 0,1 0 0,1-2 0,0 0 0,-2 0 0,-2-1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8:52:37.4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458 2796 24575,'0'13'0,"-2"10"0,-5 15 0,-9 12 0,-7 7 0,-3-1 0,3-7 0,3-7 0,2-8 0,2-2 0,0-3 0,3-1 0,1-3 0,2-4 0,2-5 0,1 0 0,2-1 0,-1 2 0,-2 4 0,0 1 0,-2 3 0,2-1 0,0 0 0,0 1 0,-2 1 0,0 2 0,-1 0 0,-1 0 0,1-1 0,1-1 0,1 0 0,4-1 0,0 1 0,-1 4 0,0 5 0,-2 5 0,0 2 0,-1 2 0,0-1 0,1-4 0,1 0 0,1-1 0,0 1 0,0 3 0,1 1 0,1 1 0,0 0 0,1 0 0,1-1 0,2-1 0,0-1 0,0-1 0,0-1 0,0-2 0,0-3 0,0-3 0,0-1 0,0-2 0,0-2 0,0 0 0,0-1 0,0 0 0,0 3 0,0-2 0,0 4 0,0 0 0,0 0 0,0 3 0,0 2 0,0 2 0,0 1 0,0-1 0,0-3 0,2 0 0,-1-3 0,3-1 0,-1 0 0,1-2 0,1 1 0,-1 1 0,0 0 0,1-1 0,1 1 0,0-1 0,2 1 0,0 0 0,0-1 0,0-1 0,-1-1 0,0-1 0,0 0 0,0 0 0,0 0 0,0-1 0,0-1 0,0-1 0,0-1 0,-1-1 0,3 1 0,0 1 0,0 1 0,1 2 0,-1 1 0,1 1 0,0 1 0,0-1 0,0-3 0,-1-2 0,-1-2 0,-1-2 0,-1-3 0,0-1 0,-2-1 0,0-1 0,1 0 0,-2 1 0,0-1 0,2 1 0,-2-1 0,2 2 0,-1 1 0,0-1 0,0 1 0,-1-3 0,0 2 0,1 1 0,0-1 0,0 0 0,1-1 0,1-1 0,-1 0 0,1 1 0,-1 1 0,1 0 0,0 1 0,1-1 0,0-2 0,-1 2 0,2 1 0,0-1 0,0 0 0,0-1 0,-2-2 0,1-2 0,-1-1 0,0 0 0,-1-1 0,1 1 0,1 0 0,1 1 0,1 1 0,-1 0 0,1 0 0,1 1 0,0-2 0,1 2 0,0-1 0,0 2 0,2-1 0,0 0 0,-1-2 0,1-2 0,2 0 0,1-1 0,3 2 0,1 0 0,0 0 0,2 0 0,1-1 0,2 1 0,1 0 0,3-1 0,3 0 0,4 0 0,2 0 0,1 0 0,1-1 0,-1 1 0,-1-2 0,-4-1 0,-1 0 0,-4-1 0,0 0 0,-2-3 0,2 1 0,3 0 0,3 2 0,6 0 0,1 0 0,3 0 0,-1 0 0,1 0 0,1-2 0,1 0 0,-1-2 0,0 0 0,1 0 0,-1 0 0,1 0 0,-1 0 0,1 0 0,0 0 0,2 0 0,3 0 0,2 0 0,1 0 0,2 0 0,-2 0 0,-4 0 0,-2 0 0,-5 0 0,-2 0 0,-3 0 0,-1 0 0,2 0 0,4 0 0,4 0 0,6 0 0,4 0 0,3-1 0,3-2 0,1 0 0,-1-1 0,-5-1 0,-3 0 0,-5 1 0,-2 0 0,-2 0 0,1-2 0,4-1 0,2-1 0,5-2 0,6-2 0,3 1 0,6-2 0,-1 1 0,-4 1 0,-5 2 0,-8 4 0,-5 0 0,-4 3 0,-2-1 0,-1 0 0,0-1 0,2-2 0,5-1 0,5-5 0,6-2 0,8-3 0,6-1 0,3-3 0,1 0 0,0-2 0,-3-1 0,-4-1 0,-3-2 0,-5 1 0,-3 0 0,-5 0 0,-5 1 0,-3 0 0,-4 0 0,-4 1 0,-5 1 0,-4-1 0,0-1 0,2-2 0,4-3 0,5-1 0,3 0 0,-2 3 0,-5 3 0,-8 7 0,-14 6 0,-10 8 0,-8 5 0,-5 2 0,0 1 0,0-2 0,2-1 0,3-3 0,2-2 0,0-1 0,-1 2 0,0 3 0,0 3 0,2 3 0,1 1 0,4 0 0,0-2 0,0 0 0,2-3 0,-2 2 0,0 0 0,-3 3 0,-3 2 0,-1 1 0,0 3 0,0 2 0,0 0 0,2 0 0,-1-1 0,2-1 0,0-1 0,-1-2 0,1-2 0,-1-2 0,0-1 0,-1 1 0,-1 0 0,0 0 0,0 1 0,1-3 0,1-4 0,2-6 0,13-9 0,20-13 0,24-10 0,16-4 0,8 4 0,0 9 0,0 3 0,7 2 0,-46 12 0,2 0 0,-1 0 0,0 0 0,0-1 0,0-1 0,41-14 0,-2 1 0,-4 2 0,-8 7 0,-9 4 0,-9 3 0,-10 1 0,-5 0 0,-4-3 0,1-3 0,3-5 0,8-7 0,9-3 0,9-6 0,7-2 0,3 1 0,0 1 0,-1 1 0,0-1 0,1-4 0,2-3 0,2-5 0,0-2 0,-40 22 0,0 0 0,0-1 0,-1-1 0,-1 1 0,0-1 0,37-29 0,-3 2 0,0 1 0,0-1 0,0 0 0,1-1 0,1-2 0,-35 28 0,0 0 0,1 0 0,1-1 0,4-2 0,1 0 0,3-1 0,-1 0 0,1 2 0,1 1 0,0 0 0,-1 1 0,-5 4 0,-1 1 0,35-24 0,-14 8 0,-13 7 0,-12 7 0,-9 4 0,-8 2 0,-6 1 0,-1-3 0,-2-4 0,0-7 0,3-6 0,1-7 0,0-5 0,-2-6 0,-5-5 0,-3-6 0,-5-6 0,-2-10 0,-1-10 0,0 43 0,0 0 0,-2-4 0,-1 1 0,-1-1 0,-3 1 0,-1 0 0,-2 1 0,-2 3 0,-1 1 0,0 1 0,0 1 0,-1 1 0,0 1 0,-11-39 0,4 12 0,1 22 0,7 23 0,0 0 0,0-13 0,-8-34 0,6 27 0,-1-3 0,-4-2 0,-2-1 0,-1 1 0,-1 1 0,1 7 0,-1 1 0,2 2 0,0 1 0,-16-39 0,4 3 0,5 3 0,3 6 0,2 9 0,4 7 0,1 8 0,0 3 0,3 2 0,0 0 0,1 0 0,1 0 0,1-1 0,0 2 0,-1-1 0,-1 2 0,-1 3 0,-1 3 0,-3 2 0,-3-2 0,-3-3 0,-3-3 0,1 1 0,1 2 0,2 5 0,0 4 0,-2 2 0,-3 1 0,-6-2 0,-7-3 0,-5-1 0,-8-3 0,-2 0 0,-3-1 0,-4 0 0,-1-2 0,-2-2 0,-1 3 0,3 2 0,6 6 0,8 7 0,7 5 0,7 4 0,3 2 0,-2 2 0,-3 1 0,-3-1 0,-1 2 0,0 3 0,-5 1 0,-17 2 0,-20 0 0,29 0 0,-4 0 0,-15 2 0,-2 3 0,-3 1 0,0 2 0,-1 2 0,2 2 0,9 0 0,6 1 0,14-2 0,6-1 0,-19 4 0,34-6 0,18-5 0,-7-1 0,-24-1 0,-35-3 0,27 1 0,-3-1 0,-5-1 0,-1 0 0,-1 0 0,0 1 0,3 0 0,0 1 0,1-1 0,0 0 0,3 0 0,1 1 0,3 0 0,-1-1 0,3 1 0,1 0 0,-40 1 0,10 0 0,9 0 0,7 0 0,6 0 0,1 0 0,4 0 0,3 0 0,-1 0 0,-2 0 0,-4 0 0,-3 2 0,4 2 0,9 2 0,11 1 0,12 0 0,8 1 0,2 2 0,1 4 0,-4 4 0,-3 4 0,-4 4 0,-2 2 0,1-1 0,2-3 0,1 0 0,2-1 0,0 1 0,2 3 0,1 2 0,-1 5 0,2 5 0,2 7 0,0 6 0,0 11 0,1 5 0,-1 3 0,2-1 0,0-5 0,3-5 0,0-6 0,2-3 0,2-3 0,1 1 0,1 1 0,0 2 0,0 4 0,-1 1 0,-1-1 0,0-3 0,0-4 0,1-5 0,1-2 0,0-3 0,0 0 0,0 1 0,0-1 0,0 0 0,0-2 0,0-1 0,0 1 0,0-1 0,0 3 0,0-2 0,2-2 0,0-4 0,0-4 0,-1-3 0,-1-1 0,0-3 0,0-3 0,0-2 0,0-2 0,0-1 0,0 0 0,0-2 0,0-1 0,0 0 0,0-1 0,0 0 0,0-1 0,0 2 0,0 0 0,0 0 0,-1 0 0,-2-2 0,-2-1 0,-4-1 0,-2 2 0,-2 0 0,-2 1 0,-1-1 0,2 0 0,1 0 0,0-1 0,1 1 0,1 0 0,0-2 0,2 0 0,3-1 0,0-2 0,-1 1 0,-4 0 0,-3 2 0,-2 2 0,-4 0 0,0-2 0,1-1 0,2-3 0,2-1 0,0 0 0,0 0 0,0 0 0,-4 0 0,-1 0 0,0 0 0,-1 0 0,1 0 0,-1 0 0,1 0 0,0 0 0,2 0 0,1 0 0,0 0 0,1 0 0,2 0 0,2 0 0,3 0 0,2 0 0,0 0 0,0 0 0,1 0 0,-1 0 0,-2 0 0,-2 0 0,0 0 0,-4 0 0,0 0 0,-1 0 0,-3 0 0,1 0 0,0 0 0,0 0 0,-1 0 0,1 0 0,2 0 0,1 0 0,2 0 0,0 0 0,1 0 0,-1 0 0,0 0 0,0 0 0,-2 0 0,0 0 0,-1 0 0,0 0 0,-1 0 0,-1 0 0,0 0 0,-2 0 0,-2 0 0,-1 0 0,0 0 0,-1 0 0,-2 0 0,-3 0 0,-2 0 0,3 0 0,3 0 0,3 0 0,1-2 0,1 0 0,0 0 0,2 1 0,2 1 0,1 0 0,2 0 0,1 0 0,-1 0 0,0 0 0,-1 0 0,-2 0 0,0 0 0,-1 0 0,2 0 0,1 0 0,3 0 0,2-2 0,0 0 0,0-1 0,2-1 0,0 1 0,1-2 0,1 2 0,-1 1 0,1-2 0,7 1 0,2-2 0,0 1 0,1 2 0,-8 0 0,-20 2 0,-26 0 0,-30 0 0,32 0 0,-2 0 0,-45 0 0,6 0 0,12-1 0,9-1 0,7-1 0,8 1 0,6 1 0,5 1 0,7 0 0,5 0 0,4 0 0,2 0 0,1 0 0,0 0 0,0 0 0,-2 0 0,3 0 0,0 0 0,2 0 0,3 0 0,-1 0 0,0 0 0,-1 0 0,-2 0 0,-2 0 0,-1 0 0,0 0 0,-2 0 0,2 0 0,0 0 0,1 0 0,2 0 0,-1 0 0,-2 0 0,0 0 0,0 0 0,1 0 0,4 1 0,-1 1 0,1 1 0,-1 2 0,-4 0 0,1-1 0,-1 0 0,1-1 0,-1 2 0,0-1 0,1 1 0,-1-1 0,1 0 0,-1 2 0,-2-1 0,-1 2 0,2-1 0,3 1 0,6-2 0,2-1 0,1-1 0,2 1 0,0 1 0,2-1 0,3 0 0,3 0 0,0 1 0,0 0 0,-3-1 0,-6 2 0,-5-2 0,-6 0 0,-3 1 0,0-2 0,0 1 0,4-2 0,2 0 0,2 0 0,2 1 0,1 0 0,3-1 0,2-1 0,2-1 0,-1 2 0,0 0 0,-2 0 0,-4 1 0,-1-1 0,1 2 0,0-1 0,1 1 0,-2-2 0,0 0 0,0-1 0,1-1 0,1 0 0,-1 0 0,0 0 0,1 0 0,1 0 0,3 1 0,-2 1 0,2 0 0,0-1 0,1-1 0,3 2 0,2 0 0,2 3 0,1 0 0,-2 1 0,-1 1 0,-1-1 0,-2-1 0,1-1 0,2 1 0,2 0 0,1 1 0,-2 1 0,1 0 0,-2 0 0,-2 0 0,0-2 0,0 0 0,2 0 0,2 1 0,0 0 0,1-1 0,0 1 0,0 0 0,0 1 0,-3 2 0,-1 1 0,1-2 0,5-7 0,8-16 0,11-29 0,7-21 0,3-21 0,-13 36 0,-6 10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1:06.1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0 24575,'-2'11'0,"0"5"0,-1 6 0,0 11 0,-1 9 0,-2 5 0,-1 0 0,1-5 0,2-6 0,2-9 0,1-7 0,1-4 0,0-4 0,0-2 0,0-1 0,0 1 0,0 4 0,0 4 0,0 2 0,-2 1 0,0-1 0,0-3 0,1-3 0,1 0 0,0 4 0,0 6 0,0 7 0,0 6 0,0 1 0,0-3 0,0-4 0,0-3 0,0-1 0,0 1 0,0 1 0,0 1 0,0 0 0,0-3 0,2-1 0,0-3 0,1-2 0,2-1 0,-1-1 0,1-2 0,-1-1 0,0-1 0,0-2 0,0-2 0,-1-1 0,1-1 0,2 3 0,2 4 0,2 4 0,2 3 0,0 1 0,3-1 0,-1-1 0,3 0 0,3 0 0,4 1 0,4-1 0,0 0 0,1 0 0,1-1 0,0-1 0,2-1 0,0-3 0,1 1 0,1-2 0,0-2 0,3 0 0,2-2 0,2 1 0,0 1 0,0-1 0,0 0 0,0-2 0,-1-1 0,-4-1 0,-3-2 0,-2-1 0,-1-1 0,0-2 0,-1 1 0,1-1 0,0 0 0,-1 0 0,1-2 0,0 0 0,-1 0 0,1 0 0,0 1 0,-1 1 0,3 0 0,0 0 0,1-2 0,-2 0 0,1 0 0,0 0 0,2 0 0,0 0 0,1 0 0,3 0 0,2 0 0,4 0 0,2 0 0,1-2 0,4-1 0,1-1 0,2 0 0,3 2 0,0-2 0,-1 0 0,0-1 0,-3-1 0,1 0 0,0 0 0,1-2 0,4-2 0,1 0 0,4-1 0,3 2 0,2-2 0,2-1 0,3 1 0,2 1 0,2 0 0,-1 1 0,-3 2 0,-5 3 0,-4 2 0,-5 0 0,-8 0 0,-7 0 0,-4 0 0,-4 2 0,-1-1 0,0 0 0,1-1 0,1-1 0,-1 0 0,-3 1 0,-2-1 0,0 0 0,2-1 0,4-1 0,3-1 0,3-4 0,2 0 0,0-1 0,0 0 0,-4 1 0,-5-2 0,-5 1 0,-4 0 0,0-2 0,-1 0 0,-1-1 0,2 1 0,-3-2 0,1 1 0,2-2 0,-2-3 0,2 3 0,-3-1 0,-3-1 0,-2 2 0,-4 1 0,-1-1 0,-1 1 0,0-4 0,0-3 0,0-1 0,-2-1 0,-3 2 0,-2-1 0,-2-1 0,1-1 0,-1 0 0,-1 2 0,-3 3 0,-1 2 0,0 0 0,0 0 0,0 1 0,0 0 0,0 3 0,0 3 0,0 5 0,0 6 0,0 5 0,0 1 0,0 2 0,0-2 0,0-2 0,-4-13 0,-1-1 0,-4-11 0,0 3 0,2 3 0,2-2 0,3 3 0,2 0 0,0 1 0,1 4 0,1 3 0,2 3 0,2 3 0,0 0 0,1 0 0,2 0 0,1 0 0,1 0 0,3 0 0,1 0 0,1 0 0,-1 0 0,-1 0 0,-3 0 0,-3 0 0,-1 0 0,1 0 0,2 0 0,3 0 0,5 0 0,4-1 0,0-1 0,-3-2 0,-5 1 0,-2 2 0,-1-1 0,1 1 0,1-2 0,3-2 0,3-2 0,2 0 0,2 0 0,0 1 0,-2 2 0,-4-1 0,-2-1 0,-2 1 0,1 0 0,-1 2 0,0-1 0,2 1 0,1-1 0,0 1 0,-1 1 0,-4 1 0,1 0 0,-1 0 0,2-1 0,3 0 0,3 1 0,6 1 0,1 0 0,-1 0 0,-3 0 0,-3 0 0,-4 0 0,-4 0 0,-4 0 0,0 0 0,1 0 0,2 0 0,4 0 0,2 0 0,2 0 0,2 0 0,0 0 0,0 0 0,4 0 0,0 0 0,1 0 0,3 0 0,0 0 0,1-1 0,-2-1 0,-4 0 0,-5 0 0,-5 1 0,-2 1 0,1 0 0,3 0 0,1 0 0,2 0 0,-6 2 0,-3-1 0,-3 2 0,-3 1 0,-1 1 0,-2-2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1:21.3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5879 1017 24575,'23'0'0,"4"0"0,8 0 0,4 0 0,0 0 0,-2 0 0,-2 0 0,-3 0 0,-3 0 0,-1 0 0,-1 0 0,2 0 0,1 0 0,-4 0 0,-3 0 0,-4 0 0,-4 0 0,0 0 0,-2 0 0,1 0 0,-1 0 0,0 0 0,1 0 0,-1 0 0,0 0 0,1 0 0,-1 0 0,0 0 0,1 0 0,1 0 0,2 0 0,3 0 0,1 0 0,1 0 0,1 0 0,1 0 0,0 0 0,-1 0 0,-2 0 0,-1 0 0,-1 0 0,1 0 0,1 0 0,0 0 0,-1 0 0,0 0 0,-1 0 0,1 0 0,0 0 0,2 0 0,0 0 0,3 0 0,0 0 0,2 0 0,2 0 0,1 0 0,1 0 0,3 0 0,0 0 0,3 0 0,3-2 0,2 0 0,1 0 0,0 0 0,1 0 0,0 0 0,0 0 0,-1 0 0,-3 1 0,-2-1 0,-1 0 0,-2 0 0,0 2 0,-4 0 0,-1-2 0,0 0 0,0-2 0,-1 1 0,-1 1 0,0-2 0,-3 2 0,-1 0 0,-3 1 0,-2 1 0,-3 0 0,0 0 0,-1 0 0,-2 0 0,-1 0 0,-2 0 0,0 0 0,-2 0 0,2 0 0,1 0 0,-1 0 0,2 0 0,-1 0 0,2 0 0,0 0 0,0 0 0,1 0 0,-1 0 0,0 0 0,1 0 0,-2 0 0,-1 0 0,-1 0 0,-2 0 0,1 0 0,-1 0 0,0 0 0,2 0 0,0 0 0,1 0 0,0 0 0,1 0 0,0 0 0,3 0 0,0 0 0,1 0 0,1 0 0,-1 1 0,-1 1 0,0 0 0,-1-1 0,-1-1 0,0 0 0,1 0 0,1 0 0,1 0 0,2 0 0,3 0 0,0 0 0,2 0 0,4 0 0,3-1 0,2-2 0,2-1 0,-1-2 0,-2 1 0,-2 0 0,-5-1 0,-2 1 0,-3-1 0,-3 1 0,-4-1 0,-3 0 0,-2 0 0,-2-3 0,2-3 0,2-2 0,1-4 0,1 0 0,-2 2 0,-2 0 0,-1 3 0,0-2 0,-1-1 0,-2-2 0,-1 1 0,-2 0 0,0-1 0,0 2 0,0 1 0,0 2 0,0-1 0,0 1 0,-1 0 0,0-1 0,-3 0 0,-1 1 0,-2-1 0,0 0 0,1 0 0,0 1 0,1-1 0,-1 1 0,1 2 0,0-1 0,-1 2 0,2 0 0,-1 0 0,0 0 0,0 0 0,1 2 0,-1-2 0,0-1 0,0-1 0,-1-1 0,1 1 0,1 2 0,0 1 0,0-2 0,0 1 0,0 0 0,0 1 0,1 1 0,-1 2 0,1 0 0,0 1 0,0-2 0,0-1 0,-2 0 0,0-1 0,0 1 0,0 2 0,2 2 0,-1 1 0,0 0 0,0 0 0,-1-1 0,1 1 0,1-1 0,0 2 0,0-1 0,0 0 0,-1 0 0,0-2 0,-3 0 0,-2-2 0,-1 1 0,-1-2 0,-2 2 0,-3-1 0,-4-1 0,-2 0 0,0-1 0,-1 1 0,-2-2 0,1 1 0,-1 1 0,2 0 0,0 2 0,2 1 0,0-1 0,0 0 0,-2 1 0,-3 2 0,-2-1 0,-4-2 0,-2 1 0,-6-1 0,-6 0 0,-5 2 0,-4 2 0,-2 0 0,0 2 0,0 0 0,3 0 0,4 0 0,-2 0 0,-1 0 0,-3-1 0,-7-2 0,-6 1 0,-9 0 0,-10 2 0,-11 0 0,48 0 0,0 0 0,-3 0 0,0 0 0,0 0 0,1 0 0,1 0 0,-1 0 0,-1 0 0,-1 0 0,1 1 0,0 1 0,-1 0 0,-2 1 0,-2 1 0,-1 0 0,-1 1 0,-1 0 0,0 0 0,-1 0 0,2 0 0,2 0 0,2 0 0,2 0 0,4-1 0,1 1 0,-37 2 0,13 0 0,12-2 0,9 0 0,3 2 0,-1-1 0,-3-1 0,-1-2 0,-2-2 0,4 0 0,0 1 0,2 0 0,2 0 0,-1-1 0,4-1 0,2 0 0,2 0 0,3 0 0,-3 0 0,-2 0 0,-4 0 0,-4 0 0,0 0 0,1-2 0,0-1 0,4-3 0,4-1 0,5 1 0,7 0 0,3 0 0,2 1 0,0 2 0,-1 1 0,1 2 0,-2 0 0,1 0 0,-1 0 0,-2 0 0,2 0 0,1 0 0,1 0 0,2 0 0,-1 2 0,1 2 0,-1 2 0,-1 2 0,2 2 0,-1 0 0,1 1 0,-2 1 0,0-1 0,1-2 0,2 0 0,3-1 0,0-2 0,1-1 0,2 0 0,-1 1 0,1 1 0,0-1 0,-1 0 0,0-1 0,3-2 0,-2 0 0,1 0 0,-1 1 0,-1-1 0,-1-1 0,-1 0 0,-1-2 0,-3 0 0,0 0 0,-2 0 0,0 0 0,-2 0 0,-1 0 0,2 0 0,1 0 0,0 0 0,1 0 0,1 0 0,1 0 0,1 0 0,-2 0 0,-2 1 0,-2 1 0,-1 2 0,1-1 0,1 1 0,-1-1 0,1-1 0,1 1 0,1-1 0,3 1 0,2 1 0,2-2 0,3-1 0,-1 0 0,0-1 0,0 2 0,1-1 0,2 1 0,-2 0 0,-1-2 0,-2 0 0,-1 0 0,1 0 0,-1 0 0,0 1 0,0 1 0,0 0 0,2 0 0,-1 0 0,1 0 0,2-1 0,-1 0 0,-1-1 0,-2 0 0,-3 0 0,-4 0 0,-4 0 0,-4 0 0,-3 0 0,0 0 0,0 0 0,2 0 0,4 0 0,1 0 0,2 0 0,0-1 0,-1-1 0,1-2 0,0 1 0,3 1 0,2-1 0,0 1 0,3 0 0,1 0 0,1 0 0,3 1 0,1-1 0,2 0 0,0 2 0,3 0 0,-1 0 0,-1 0 0,0 0 0,0 0 0,-1 0 0,-1 0 0,-2 0 0,0 0 0,-1 0 0,1 0 0,1 0 0,-1 0 0,-3 0 0,0 0 0,0 0 0,0 0 0,2-1 0,1 0 0,0-1 0,-1 0 0,1 1 0,-2 1 0,1 0 0,0 0 0,1 0 0,1 0 0,1 0 0,-2 0 0,-1 0 0,0 0 0,-1 0 0,1 0 0,-1 0 0,-2 0 0,-1 0 0,-1 0 0,1 0 0,-1 0 0,2 0 0,-1 0 0,2 0 0,1 0 0,0-1 0,1-2 0,-1-1 0,0-1 0,-1 2 0,1 1 0,-1-2 0,1 2 0,3 0 0,1 0 0,4 2 0,1 0 0,1 0 0,0 0 0,1 0 0,-1 0 0,0 0 0,1 0 0,-1 0 0,0 0 0,0 2 0,-2 1 0,-2 0 0,1 2 0,-1-2 0,1 1 0,0-1 0,-2 1 0,0-2 0,-2 2 0,2 0 0,0 0 0,1-1 0,-1 0 0,-2-1 0,-1 1 0,-1 2 0,1-1 0,-2-1 0,1-1 0,-1 0 0,0 0 0,1 1 0,-2 2 0,0-2 0,1-1 0,1 0 0,0-2 0,2 0 0,1 0 0,-1 0 0,3 0 0,-3 0 0,1 0 0,-3 1 0,-2 1 0,2 0 0,-1-1 0,2-1 0,-3 0 0,1 0 0,1 0 0,1 0 0,0 0 0,0 0 0,-3 0 0,0 1 0,-2 1 0,0 0 0,3 0 0,2 0 0,3-1 0,2 3 0,1 0 0,0 0 0,0-1 0,-1-1 0,0-1 0,1 0 0,1 2 0,1 2 0,1-1 0,-2-1 0,-1-1 0,1-1 0,0 1 0,1-1 0,2 2 0,-1-2 0,1 1 0,2 1 0,-1-2 0,1 2 0,-1 0 0,-1-1 0,1 1 0,-2-1 0,-1 0 0,-1-1 0,0-1 0,2 1 0,2 1 0,0 0 0,2 3 0,-1-1 0,-1 1 0,1 0 0,0-1 0,1 0 0,3 1 0,1 0 0,-1-2 0,1 0 0,-2 2 0,0 0 0,0 0 0,0 1 0,0 2 0,0-2 0,0 1 0,1-1 0,2-3 0,2 0 0,-2-3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1:29.1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6:48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7106 1789 24575,'19'0'0,"9"0"0,15 0 0,10 0 0,4 0 0,-2 0 0,-8 0 0,-13 0 0,-12 0 0,-7 0 0,-5 0 0,1-2 0,3 0 0,7-2 0,8-4 0,6-2 0,2-4 0,2-2 0,-4 1 0,-7 1 0,-5 3 0,-9 1 0,-3 3 0,-4-1 0,-2-3 0,2-6 0,1-4 0,3-2 0,-1 3 0,-3 6 0,-2 4 0,-2 5 0,-2 1 0,1 0 0,0-1 0,3-6 0,4-3 0,5-3 0,1 0 0,-3 4 0,-3 5 0,-1 1 0,0 1 0,2-1 0,-1 0 0,-2-2 0,-3 1 0,-2 0 0,-2 1 0,1 1 0,1-1 0,2-3 0,0-1 0,1 1 0,1 2 0,2 3 0,2-2 0,4-4 0,4-4 0,-1 0 0,0 2 0,-2 3 0,-3 4 0,-3 2 0,-2 1 0,-3-1 0,0 1 0,1 0 0,1 0 0,5-1 0,5-4 0,8 0 0,7-3 0,4 1 0,-2 3 0,-6 0 0,-6 3 0,-7 2 0,-4 1 0,-2 1 0,-2 0 0,2 0 0,3-1 0,3-1 0,3-2 0,3 1 0,-1 1 0,0 0 0,-1 2 0,0 0 0,3 0 0,1 0 0,4 0 0,4 0 0,2 0 0,2 0 0,2 0 0,-1 0 0,-2 0 0,-3 0 0,-5 0 0,-5 0 0,-4 1 0,-4 1 0,-3 1 0,-4 0 0,-1-1 0,1-1 0,4-1 0,6 2 0,8 0 0,8 2 0,6 0 0,1 0 0,-1-1 0,0 0 0,0 0 0,-2-1 0,-1 0 0,-4-2 0,-3 0 0,-3 0 0,-3 0 0,0 2 0,0-1 0,1 1 0,1 0 0,-1-1 0,0 1 0,-3 0 0,-3-1 0,-1-1 0,-2 0 0,0 0 0,1 0 0,-1 0 0,2 0 0,6 0 0,4 0 0,7 0 0,4 0 0,3-1 0,-1-2 0,1-1 0,-2-2 0,1 0 0,1 1 0,0 0 0,-2-1 0,-2 2 0,-6 0 0,-3 0 0,-5 2 0,-3 0 0,-1 1 0,0 0 0,1 0 0,3-2 0,1 0 0,1-1 0,1 1 0,-1 0 0,-2 1 0,0 1 0,-1 1 0,2 0 0,1 0 0,4 0 0,3 0 0,2 0 0,2 0 0,3 0 0,-1 0 0,3 0 0,0 0 0,0 0 0,2 0 0,0 0 0,1 2 0,0 0 0,1 1 0,0 0 0,1-1 0,2 0 0,0 1 0,1-1 0,-2 0 0,-3 0 0,-1-2 0,-5 0 0,-4 1 0,-4 1 0,-4 0 0,1 1 0,-1-1 0,2 0 0,0 0 0,-4-2 0,-1 0 0,-2 0 0,1 0 0,3 0 0,3 0 0,3 0 0,4 0 0,4 0 0,3 0 0,4 0 0,2 0 0,3-1 0,3-3 0,0-4 0,-4-2 0,-5-2 0,-8 1 0,-4 1 0,-5 1 0,-6 2 0,-3 0 0,-6 1 0,-4 1 0,0-2 0,-2-3 0,1-6 0,0-8 0,0-10 0,0-7 0,-2-5 0,0-1 0,-3 1 0,-1 1 0,0 2 0,-1 2 0,-4 2 0,-4 4 0,-4 2 0,-2 3 0,-1 0 0,-3 0 0,-1 1 0,-4-1 0,-4 0 0,-5-1 0,-4 2 0,-2 0 0,-1 2 0,3 2 0,3 1 0,3 2 0,3 2 0,0 2 0,2 2 0,-1 1 0,-4 0 0,-5 0 0,-9-1 0,-6 0 0,-6-1 0,-5-1 0,-1 3 0,-3 2 0,0 2 0,-7 4 0,-12 3 0,-10 2 0,41 1 0,-1 1 0,-5 1 0,-1 1 0,-1 0 0,0 2 0,1 0 0,0 3 0,2 0 0,1 1 0,4 0 0,1 0 0,0 1 0,0-1 0,2 1 0,0-1 0,1 1 0,-1 0 0,-1-1 0,-1 1 0,-5 0 0,-2 0 0,-5 0 0,0 0 0,-2 0 0,-1 1 0,-3 2 0,-1 0 0,-1 0 0,-1 0 0,1-1 0,0-2 0,1 0 0,1-3 0,6-2 0,1-2 0,7 0 0,2-2 0,3 1 0,1 0 0,-39 2 0,12-1 0,10 2 0,8 0 0,3 2 0,-3 2 0,-3 1 0,-4 2 0,0 1 0,2 1 0,-1 0 0,-2-1 0,-1 0 0,0-2 0,5-3 0,7-2 0,11-4 0,9-1 0,8 0 0,7 0 0,4 0 0,4 0 0,4 0 0,2 0 0,3 2 0,2 2 0,1 2 0,2 2 0,1-3 0,1-2 0,3-1 0,-1-3 0,-1-4 0,-5-2 0,-2-1 0,-2 0 0,2 4 0,-1 1 0,1 1 0,-2 2 0,1 0 0,-1 0 0,0-2 0,-1-2 0,-2 1 0,-2-2 0,-6 1 0,-8-1 0,-10 0 0,-16 1 0,-13 2 0,-10 0 0,-8 2 0,0 0 0,3 2 0,6 1 0,4-1 0,3 0 0,1 0 0,-1 0 0,1 2 0,-6 3 0,-9 0 0,30-2 0,-1 0 0,-3-1 0,-2 0 0,-2 1 0,-2 0 0,0 0 0,-1 1 0,3 0 0,0 1 0,0 1 0,0 1 0,2 0 0,2 0 0,3 1 0,1-1 0,-45 11 0,12-2 0,10-1 0,12-2 0,8-1 0,3 1 0,1 0 0,-2 1 0,-1 1 0,-2-2 0,0-3 0,0-1 0,-3-2 0,-3-3 0,-3-2 0,3-2 0,4-2 0,6 0 0,6 0 0,3 0 0,1 0 0,2 0 0,-1 0 0,0 0 0,-3 0 0,0 0 0,-2 0 0,1 2 0,1 1 0,4 1 0,5 2 0,3-3 0,5 1 0,2 0 0,2-1 0,3 1 0,1-2 0,-3-1 0,1-1 0,-3 2 0,0-1 0,-1 1 0,-1 1 0,0-1 0,-1 2 0,2 0 0,0-1 0,1 0 0,3 0 0,1 0 0,1-1 0,0-1 0,2-1 0,1 0 0,2 0 0,1 0 0,-1 0 0,-2 0 0,-1 0 0,0 0 0,-1 0 0,0 0 0,1 0 0,-1 0 0,-2 0 0,1 0 0,-1 0 0,-1 0 0,2 0 0,0 0 0,2 0 0,1 0 0,2 0 0,1 2 0,-1 0 0,0-1 0,-1 2 0,-1-1 0,1 0 0,0 0 0,-1 1 0,-1-2 0,-1 1 0,0-2 0,-1 2 0,2 0 0,-1 0 0,1-1 0,2-1 0,1 0 0,1 1 0,-1 0 0,0 1 0,-3 0 0,0-2 0,-2 0 0,0 0 0,-2 0 0,2 0 0,-1 0 0,0 0 0,3 0 0,-1 0 0,1 0 0,-1 0 0,1 0 0,-2 0 0,1 0 0,-2 0 0,-1 0 0,0 0 0,0 0 0,1 0 0,1 0 0,-1 0 0,1 1 0,0 1 0,0 0 0,1-1 0,0 0 0,-1-1 0,1 0 0,-2 0 0,0 1 0,-2 1 0,-1 0 0,-3-1 0,-2-1 0,-1 0 0,-3 0 0,0 0 0,0 0 0,-2 0 0,0 0 0,-3 0 0,1 0 0,0 0 0,-1 0 0,3 0 0,2-3 0,4-1 0,0 0 0,2 0 0,2 0 0,1 1 0,2-1 0,2 3 0,-1 0 0,2 0 0,1-1 0,2 0 0,-1-1 0,-1 1 0,-3 0 0,0-1 0,-1 1 0,-3-2 0,-1-1 0,-1 2 0,0-2 0,1 1 0,0 2 0,1-2 0,2 2 0,1 1 0,2 0 0,1 1 0,1 0 0,1 0 0,1 0 0,-1 0 0,1 0 0,-1 0 0,-1 0 0,-2 0 0,-3 0 0,0 0 0,0 0 0,-1 0 0,-1 0 0,-1 0 0,1 0 0,-1 0 0,1 0 0,-1 1 0,2 1 0,0 1 0,3 0 0,2 0 0,-1-2 0,0 0 0,-1-1 0,0 0 0,1 0 0,1 1 0,-1 1 0,-1 0 0,0-1 0,-1 1 0,1 0 0,-1 1 0,1 0 0,1-1 0,-2 1 0,0-1 0,0 1 0,0-1 0,1 1 0,2 0 0,1-1 0,1 0 0,1-1 0,1-1 0,1 0 0,-1 0 0,1 0 0,0 0 0,-1 0 0,1 0 0,-3 1 0,-2 1 0,2 0 0,0-1 0,1 0 0,3 0 0,-1 1 0,1 1 0,1 0 0,-1 0 0,2 0 0,-2 1 0,0 1 0,0-1 0,-1 1 0,0-1 0,-1 1 0,1 0 0,0 1 0,0-1 0,3-1 0,1 1 0,0-2 0,-1 2 0,1 0 0,-1-1 0,2 0 0,0 1 0,0-1 0,1 0 0,1 1 0,0-1 0,2 2 0,1-1 0,-1 1 0,2-1 0,0 1 0,0 0 0,0 2 0,0 2 0,0 0 0,0-1 0,0 1 0,0-1 0,0 1 0,0-2 0,0 0 0,0-1 0,0 1 0,0-1 0,0 0 0,0 1 0,0 0 0,0 1 0,0-1 0,0 0 0,0 0 0,0-1 0,0 0 0,0 1 0,1 1 0,2 0 0,0 2 0,2 1 0,-1 0 0,-1-1 0,1-1 0,-1 0 0,1-3 0,-1 0 0,0-2 0,-1-1 0,0 1 0,0-2 0,-1 2 0,1 0 0,0 0 0,0 1 0,-1 0 0,-1 0 0,0 2 0,0 1 0,2 0 0,0 3 0,0-1 0,-1 3 0,1-1 0,0 0 0,0 1 0,1-1 0,-1 0 0,2 0 0,1-1 0,2-1 0,-1 1 0,1 1 0,1 0 0,1 0 0,1-1 0,1 0 0,3-1 0,5 2 0,3 2 0,4 2 0,4 1 0,3 1 0,4-2 0,3 2 0,5 1 0,8 3 0,7 3 0,10 2 0,5 0 0,5-1 0,3-1 0,1-2 0,-1-2 0,-2-2 0,0-1 0,3 0 0,4 0 0,5-1 0,-45-8 0,2 0 0,0-1 0,0-1 0,2-1 0,-1-2 0,1 1 0,-1-2 0,45 3 0,-7-2 0,-10 0 0,-6-1 0,-5-2 0,-6 0 0,-8 0 0,-6-2 0,-3 0 0,-2 0 0,-1-1 0,0-1 0,0-1 0,1-3 0,-1-1 0,5-2 0,2-1 0,3 0 0,5 0 0,0 1 0,5 1 0,3-1 0,4 0 0,1 1 0,-1-1 0,-4 1 0,-3 0 0,-5-1 0,-4 1 0,-5 1 0,-4 1 0,-3 1 0,0 0 0,1 2 0,6 1 0,3 2 0,2 0 0,4 0 0,-1 0 0,-1 0 0,1 0 0,-2 0 0,-1 0 0,-1 0 0,-3 0 0,0 0 0,0 0 0,2 0 0,1 0 0,-1 0 0,-3 0 0,-5 0 0,-5 0 0,-3 0 0,-3 0 0,-3 0 0,0 0 0,-1 0 0,-2 0 0,0 0 0,0 0 0,0 0 0,1 0 0,0 0 0,1 0 0,0 0 0,0 0 0,-1 0 0,1 0 0,1 0 0,1 0 0,0 0 0,-1 0 0,0-2 0,-1 0 0,2 0 0,0 1 0,2 1 0,1-2 0,-3 0 0,-1 0 0,-3 0 0,1 2 0,-1 0 0,1 0 0,3 0 0,0 0 0,4 0 0,0 0 0,1 0 0,-1 0 0,-2 0 0,0 0 0,-3 0 0,-1 0 0,-3 0 0,-4 0 0,-1 0 0,-3 0 0,-2 0 0,0 0 0,-2 0 0,0 0 0,0 0 0,-1 0 0,-1 0 0,1 0 0,0 0 0,2 0 0,-1 0 0,0 0 0,1 0 0,-1 0 0,1 0 0,-1 0 0,3 0 0,2 0 0,4 0 0,1 0 0,2 0 0,0-2 0,-2 0 0,-1 1 0,-3 0 0,-2 1 0,-1 0 0,-2 0 0,-1 0 0,1 0 0,-1 0 0,0 0 0,1 0 0,-1 0 0,0 0 0,2 0 0,1 0 0,0 0 0,-1 0 0,0 0 0,1 0 0,-1 0 0,-3 0 0,-3 0 0,-1 0 0,0 0 0,2 0 0,4 0 0,4-4 0,1 0 0,1 0 0,-3 1 0,-2 3 0,-1 0 0,-2 0 0,-1 0 0,0 0 0,3 0 0,4 0 0,5 0 0,2 0 0,-3 0 0,-2 0 0,-5 0 0,-5 0 0,-2 0 0,0 0 0,3-2 0,5-1 0,3-3 0,2-1 0,-1 1 0,-3 2 0,-4 3 0,-5-2 0,-3-1 0,-4-1 0,0-1 0,1 0 0,3-1 0,1 0 0,-1 2 0,-2 3 0,-2 2 0,-2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 dirty="0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</a:t>
            </a:r>
            <a:r>
              <a:rPr lang="en-US" sz="1200" dirty="0" err="1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Ombudsteam</a:t>
            </a: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 dirty="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a9a795ffb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" name="Google Shape;117;ga9a795ffbb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23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FE9D8-3C90-2362-EAA2-73A84245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D40B1B-086A-02A0-B3FA-633E81AEE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A5DCB2-78E2-91A4-33BA-9DEF19B4A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8208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C501353B-1DE2-126C-2436-25310EED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E6A6B4E0-F8A0-1267-D6B2-FF10454B10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0353B784-13AB-227A-A05F-86EA1838A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 dirty="0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</a:t>
            </a:r>
            <a:r>
              <a:rPr lang="en-US" sz="1200" dirty="0" err="1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Ombudsteam</a:t>
            </a: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 dirty="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5513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35BCB85C-91D3-87EF-C410-81685A173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5796B391-3E9A-86F4-62B6-681599F819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70EE440D-415C-E84F-DBAB-189B46D681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 dirty="0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</a:t>
            </a:r>
            <a:r>
              <a:rPr lang="en-US" sz="1200" dirty="0" err="1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Ombudsteam</a:t>
            </a: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 dirty="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2787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ACC18DE4-3674-1039-B625-313C22FA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D5692017-F6A7-695D-3BC6-3EE40A5EE1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4F335127-292C-A2D2-94BD-1C02E39025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In the next slides we will show how normative references are causing a bit of a backlog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17347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93C740EE-856B-4580-6532-33CEAB508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FA807BE7-F0A0-88A9-6A35-F0AA8E15C5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65389CA5-E549-4FD1-5C8E-63F684F301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Those 3 documents can go move forward on their own once they are ready to do so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43927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7BC640C6-050C-C78C-F846-1351E7E4B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A89F2C07-3EB5-A0B5-7678-C76D143C1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30291E78-BC9B-FD65-61FA-E0A53D580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8 dependencies reside in NETCONF/NETMOD/OPSAWG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66244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CD69ACF5-659A-0FC3-FBE7-AAB61802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01A235C6-0404-43D3-66CE-8F90DF462F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81F3B3E0-3A09-A347-CBBD-7CE3A3783D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The cluster of 3 message-broker related documents can go together once the dependent documents have been submitted to the IESG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1335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A561133C-4E41-7387-0C31-44AD12018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AEAD58D3-39B0-1C58-ECA9-1E9845FA65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CA2D24D9-3D1E-A558-6D09-5790EA6A7D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CA" dirty="0"/>
              <a:t>The cluster of 3 network-anomaly related documents can go together once the dependent documents have been submitted to the IESG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42736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CB4127F8-10CB-EE51-33BB-1AFE47F25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0DB47FF4-FCC1-FDBA-3AAC-F9EA484DA7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48DBF1AB-1840-A177-28C5-BB45DFA5D3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35654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71a2a6c778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" name="Google Shape;126;g71a2a6c778_0_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rgbClr val="002D3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754464" y="2104950"/>
            <a:ext cx="7635072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Inter"/>
              <a:buNone/>
              <a:defRPr sz="4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-125" y="4147975"/>
            <a:ext cx="9144001" cy="9957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2" descr="Shape 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40438" y="4312261"/>
            <a:ext cx="1256176" cy="667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" type="secHead">
  <p:cSld name="SECTION_HEADER">
    <p:bg>
      <p:bgPr>
        <a:solidFill>
          <a:srgbClr val="002D3C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bg>
      <p:bgPr>
        <a:solidFill>
          <a:srgbClr val="002D3C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5"/>
          <p:cNvSpPr/>
          <p:nvPr/>
        </p:nvSpPr>
        <p:spPr>
          <a:xfrm>
            <a:off x="0" y="1685999"/>
            <a:ext cx="9144000" cy="108601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3999901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●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○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■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●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○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694249" y="1919074"/>
            <a:ext cx="3999901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in title" type="titleOnly">
  <p:cSld name="TITLE_ONLY">
    <p:bg>
      <p:bgPr>
        <a:solidFill>
          <a:srgbClr val="002D3C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 rot="10800000" flipH="1">
            <a:off x="0" y="770474"/>
            <a:ext cx="9144000" cy="438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158699" y="61427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Inter"/>
              <a:buNone/>
              <a:defRPr sz="24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460950" y="1001775"/>
            <a:ext cx="8222100" cy="37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900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" type="tx">
  <p:cSld name="TITLE_AND_BODY">
    <p:bg>
      <p:bgPr>
        <a:solidFill>
          <a:srgbClr val="002D3C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0" y="1685999"/>
            <a:ext cx="9144000" cy="108601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Inter"/>
              <a:buNone/>
              <a:defRPr sz="36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0378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9AD4C"/>
          </p15:clr>
        </p15:guide>
        <p15:guide id="2" pos="2880">
          <p15:clr>
            <a:srgbClr val="F9AD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1063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67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otes.ietf.org/notes-ietf-126-nmo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customXml" Target="../ink/ink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customXml" Target="../ink/ink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4.xml"/><Relationship Id="rId5" Type="http://schemas.openxmlformats.org/officeDocument/2006/relationships/image" Target="../media/image10.png"/><Relationship Id="rId4" Type="http://schemas.openxmlformats.org/officeDocument/2006/relationships/customXml" Target="../ink/ink3.xml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customXml" Target="../ink/ink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agenda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://www.ietf.org/how/meetings/issues/" TargetMode="External"/><Relationship Id="rId4" Type="http://schemas.openxmlformats.org/officeDocument/2006/relationships/hyperlink" Target="https://www.ietf.org/how/meetings/prepar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xfrm>
            <a:off x="754475" y="1217444"/>
            <a:ext cx="7635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</a:pPr>
            <a:r>
              <a:rPr lang="en-US" sz="3600" dirty="0">
                <a:latin typeface="Inter"/>
                <a:ea typeface="Inter"/>
                <a:cs typeface="Inter"/>
                <a:sym typeface="Inter"/>
              </a:rPr>
              <a:t>Network Management Operations (</a:t>
            </a:r>
            <a:r>
              <a:rPr lang="en-US" sz="3600" dirty="0" err="1">
                <a:latin typeface="Inter"/>
                <a:ea typeface="Inter"/>
                <a:cs typeface="Inter"/>
                <a:sym typeface="Inter"/>
              </a:rPr>
              <a:t>nmop</a:t>
            </a:r>
            <a:r>
              <a:rPr lang="en-US" sz="3600" dirty="0">
                <a:latin typeface="Inter"/>
                <a:ea typeface="Inter"/>
                <a:cs typeface="Inter"/>
                <a:sym typeface="Inter"/>
              </a:rPr>
              <a:t>) WG – Session 1</a:t>
            </a:r>
            <a:endParaRPr sz="36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754475" y="2201927"/>
            <a:ext cx="4986900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lang="en-US" sz="2100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IETF 126, July 20th, 2026</a:t>
            </a:r>
            <a:endParaRPr sz="11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294650" y="4322350"/>
            <a:ext cx="3783600" cy="4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Internet Engineering Task Force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© 2026 IETF Trust 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Production by </a:t>
            </a:r>
            <a:r>
              <a:rPr lang="en-US" sz="1200" dirty="0" err="1">
                <a:latin typeface="Inter"/>
                <a:ea typeface="Inter"/>
                <a:cs typeface="Inter"/>
                <a:sym typeface="Inter"/>
              </a:rPr>
              <a:t>Meetecho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2" name="Google Shape;102;p19"/>
          <p:cNvSpPr txBox="1"/>
          <p:nvPr/>
        </p:nvSpPr>
        <p:spPr>
          <a:xfrm>
            <a:off x="754475" y="3414667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FFF2CC"/>
                </a:solidFill>
                <a:latin typeface="Inter"/>
                <a:ea typeface="Inter"/>
                <a:cs typeface="Inter"/>
                <a:sym typeface="Inter"/>
              </a:rPr>
              <a:t>This session is being recorded</a:t>
            </a:r>
            <a:endParaRPr sz="2400" dirty="0">
              <a:solidFill>
                <a:srgbClr val="FFF2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Google Shape;100;p19">
            <a:extLst>
              <a:ext uri="{FF2B5EF4-FFF2-40B4-BE49-F238E27FC236}">
                <a16:creationId xmlns:a16="http://schemas.microsoft.com/office/drawing/2014/main" id="{87CFB194-3778-2C13-73F3-088D1012F1B1}"/>
              </a:ext>
            </a:extLst>
          </p:cNvPr>
          <p:cNvSpPr txBox="1"/>
          <p:nvPr/>
        </p:nvSpPr>
        <p:spPr>
          <a:xfrm>
            <a:off x="783511" y="2913334"/>
            <a:ext cx="6331663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lang="en-US" sz="2100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WG Chairs: B. Claise, R. Rahman</a:t>
            </a:r>
            <a:endParaRPr sz="1100" dirty="0"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2"/>
          <p:cNvSpPr txBox="1"/>
          <p:nvPr/>
        </p:nvSpPr>
        <p:spPr>
          <a:xfrm>
            <a:off x="311700" y="740167"/>
            <a:ext cx="8520600" cy="41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By participating in the IETF you agree to follow IETF processes and policies. This Note Well is a reminder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of some of those policies. For a linked version of this text, please visit </a:t>
            </a:r>
            <a:r>
              <a:rPr lang="en-US" sz="1200" i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www.ietf.org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/note-well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or use the QR code below.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IETF participants are expected to behave in a professional manner and extend respect and courtesy to their colleagues at all times (see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7154: IETF Guidelines for Conduct and IETF Anti-Harassment Policy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). If you have any concerns about behavior, please contact the </a:t>
            </a:r>
            <a:r>
              <a:rPr lang="en-US" sz="1200" i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Ombudsteam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who have a duty of confidentiality and extensive powers to act, as set out in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7776: IETF Anti-Harassment Procedures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If you are aware that any IETF contribution (as defined in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5378: Rights Contributors Provide to the IETF Trust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 is covered by patents or patent applications that are owned or controlled by you, your employer or your sponsor, you must disclose that fact, or not participate in the discussion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(see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8179: Intellectual Property Rights in IETF Technology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 detailed process information consult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2026: Internet Standards Process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and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2418: IETF Working Group Guidelines and Procedures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and updates to those.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The IETF routinely makes public written, audio, video, and photographic records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of IETF activities, including your personal information as set out in the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IETF Privacy Statement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 advice, please talk to Working Group chairs or Area Directors.</a:t>
            </a:r>
            <a:endParaRPr sz="1200" dirty="0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Note Well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1" name="Google Shape;71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9875" y="3038675"/>
            <a:ext cx="1383300" cy="13833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3BCE52-5DE2-CE25-66E0-0614F20563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r>
              <a:rPr lang="en-US" dirty="0"/>
              <a:t>IETF 126 Meeting Tips</a:t>
            </a:r>
            <a:endParaRPr lang="en-US" sz="2400" dirty="0">
              <a:solidFill>
                <a:srgbClr val="FFFFFF"/>
              </a:solidFill>
            </a:endParaRPr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1"/>
          </p:nvPr>
        </p:nvSpPr>
        <p:spPr>
          <a:xfrm>
            <a:off x="331800" y="1896950"/>
            <a:ext cx="8480400" cy="27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In-person participants</a:t>
            </a:r>
            <a:endParaRPr lang="en-US" sz="1600" dirty="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Make sure to sign into the session via </a:t>
            </a:r>
            <a:r>
              <a:rPr lang="en-US" sz="1600" dirty="0" err="1">
                <a:solidFill>
                  <a:srgbClr val="000000"/>
                </a:solidFill>
              </a:rPr>
              <a:t>Datatracker</a:t>
            </a:r>
            <a:r>
              <a:rPr lang="en-US" sz="1600" dirty="0">
                <a:solidFill>
                  <a:srgbClr val="000000"/>
                </a:solidFill>
              </a:rPr>
              <a:t> or the QR Code in this session.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Use </a:t>
            </a:r>
            <a:r>
              <a:rPr lang="en-US" sz="1600" dirty="0" err="1">
                <a:solidFill>
                  <a:srgbClr val="000000"/>
                </a:solidFill>
              </a:rPr>
              <a:t>Meetecho</a:t>
            </a:r>
            <a:r>
              <a:rPr lang="en-US" sz="1600" dirty="0">
                <a:solidFill>
                  <a:srgbClr val="000000"/>
                </a:solidFill>
              </a:rPr>
              <a:t> (usually the “</a:t>
            </a:r>
            <a:r>
              <a:rPr lang="en-US" sz="1600" dirty="0" err="1">
                <a:solidFill>
                  <a:srgbClr val="000000"/>
                </a:solidFill>
              </a:rPr>
              <a:t>Meetecho</a:t>
            </a:r>
            <a:r>
              <a:rPr lang="en-US" sz="1600" dirty="0">
                <a:solidFill>
                  <a:srgbClr val="000000"/>
                </a:solidFill>
              </a:rPr>
              <a:t> lite”) client to:</a:t>
            </a:r>
          </a:p>
          <a:p>
            <a:pPr marL="914400" lvl="1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-US" sz="1600" dirty="0">
                <a:solidFill>
                  <a:srgbClr val="000000"/>
                </a:solidFill>
              </a:rPr>
              <a:t>join the mic queue</a:t>
            </a:r>
          </a:p>
          <a:p>
            <a:pPr marL="914400" lvl="1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-US" sz="1600" dirty="0">
                <a:solidFill>
                  <a:srgbClr val="000000"/>
                </a:solidFill>
              </a:rPr>
              <a:t>participate in shows of hands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i="1" dirty="0">
                <a:solidFill>
                  <a:srgbClr val="000000"/>
                </a:solidFill>
              </a:rPr>
              <a:t>Keep audio and video off if not using the onsite version.</a:t>
            </a:r>
            <a:endParaRPr lang="en-US" sz="1600" b="1" dirty="0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Remote participants </a:t>
            </a:r>
            <a:endParaRPr lang="en-US" sz="1600" dirty="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Make sure your audio and video are off unless you are chairing or presenting during a session.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Use of a headset is strongly recommended.</a:t>
            </a:r>
          </a:p>
        </p:txBody>
      </p:sp>
      <p:sp>
        <p:nvSpPr>
          <p:cNvPr id="121" name="Google Shape;121;p22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900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tabLst/>
              <a:defRPr/>
            </a:pPr>
            <a:fld id="{00000000-1234-1234-1234-123412341234}" type="slidenum"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Open Sans Medium"/>
                <a:ea typeface="Open Sans Medium"/>
                <a:cs typeface="Open Sans Medium"/>
                <a:sym typeface="Open Sans Medium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37373"/>
                </a:buClr>
                <a:buSzPts val="1000"/>
                <a:buFont typeface="Roboto"/>
                <a:buNone/>
                <a:tabLst/>
                <a:defRPr/>
              </a:pPr>
              <a:t>3</a:t>
            </a:fld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sp>
        <p:nvSpPr>
          <p:cNvPr id="122" name="Google Shape;122;p22"/>
          <p:cNvSpPr txBox="1"/>
          <p:nvPr/>
        </p:nvSpPr>
        <p:spPr>
          <a:xfrm>
            <a:off x="1709550" y="218225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E599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This session is being recorded</a:t>
            </a:r>
          </a:p>
        </p:txBody>
      </p:sp>
      <p:pic>
        <p:nvPicPr>
          <p:cNvPr id="123" name="Google Shape;12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16950" y="2699300"/>
            <a:ext cx="1818475" cy="810300"/>
          </a:xfrm>
          <a:prstGeom prst="rect">
            <a:avLst/>
          </a:prstGeom>
          <a:noFill/>
          <a:ln>
            <a:noFill/>
          </a:ln>
          <a:effectLst>
            <a:outerShdw blurRad="114300" dist="19050" dir="30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E15DC-F076-98D2-1BDF-BC01FEC90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Notetaker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4A6F5D-9442-B583-BAB9-5A102B90E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need a volunteer for notetaking.</a:t>
            </a:r>
          </a:p>
          <a:p>
            <a:r>
              <a:rPr lang="en-US" dirty="0">
                <a:hlinkClick r:id="rId3"/>
              </a:rPr>
              <a:t>https://notes.ietf.org/notes-ietf-126-nmop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6BDC7-4DE9-D9D5-0725-BBEF6CFE8D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tabLst/>
              <a:defRPr/>
            </a:pPr>
            <a:fld id="{00000000-1234-1234-1234-123412341234}" type="slidenum">
              <a:rPr kumimoji="0" lang="en-US" sz="1100" b="0" i="0" u="none" strike="noStrike" kern="0" cap="none" spc="0" normalizeH="0" baseline="0" noProof="0" smtClean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Open Sans Medium"/>
                <a:ea typeface="Open Sans Medium"/>
                <a:cs typeface="Open Sans Medium"/>
                <a:sym typeface="Open Sans Medium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37373"/>
                </a:buClr>
                <a:buSzPts val="1000"/>
                <a:buFont typeface="Roboto"/>
                <a:buNone/>
                <a:tabLst/>
                <a:defRPr/>
              </a:pPr>
              <a:t>4</a:t>
            </a:fld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</p:spTree>
    <p:extLst>
      <p:ext uri="{BB962C8B-B14F-4D97-AF65-F5344CB8AC3E}">
        <p14:creationId xmlns:p14="http://schemas.microsoft.com/office/powerpoint/2010/main" val="3471097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A69FA-7730-FFA9-9E39-9F431FFE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0DC53-54D9-86EC-9512-0B49D64E9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Welcome to our new secretaries!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491DF-3707-27AE-5657-53D05D157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</a:t>
            </a:r>
            <a:r>
              <a:rPr lang="en-US" b="1" dirty="0"/>
              <a:t>Lucia Cabanillas Rodriguez</a:t>
            </a:r>
            <a:r>
              <a:rPr lang="en-US" dirty="0"/>
              <a:t> and </a:t>
            </a:r>
            <a:r>
              <a:rPr lang="en-CA" b="1" dirty="0" err="1"/>
              <a:t>Jéferson</a:t>
            </a:r>
            <a:r>
              <a:rPr lang="en-CA" b="1" dirty="0"/>
              <a:t> Campos Nobre</a:t>
            </a:r>
            <a:r>
              <a:rPr lang="en-CA" dirty="0"/>
              <a:t>!</a:t>
            </a:r>
          </a:p>
          <a:p>
            <a:r>
              <a:rPr lang="en-CA" dirty="0"/>
              <a:t>Our thanks to </a:t>
            </a:r>
            <a:r>
              <a:rPr lang="en-CA" b="1" dirty="0"/>
              <a:t>Thomas Graf</a:t>
            </a:r>
            <a:r>
              <a:rPr lang="en-CA" dirty="0"/>
              <a:t>  our departing secretary.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F6EBF-4430-AE5F-7A25-BD25BEB844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tabLst/>
              <a:defRPr/>
            </a:pPr>
            <a:fld id="{00000000-1234-1234-1234-123412341234}" type="slidenum">
              <a:rPr kumimoji="0" lang="en-US" sz="1100" b="0" i="0" u="none" strike="noStrike" kern="0" cap="none" spc="0" normalizeH="0" baseline="0" noProof="0" smtClean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Open Sans Medium"/>
                <a:ea typeface="Open Sans Medium"/>
                <a:cs typeface="Open Sans Medium"/>
                <a:sym typeface="Open Sans Medium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37373"/>
                </a:buClr>
                <a:buSzPts val="1000"/>
                <a:buFont typeface="Roboto"/>
                <a:buNone/>
                <a:tabLst/>
                <a:defRPr/>
              </a:pPr>
              <a:t>5</a:t>
            </a:fld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</p:spTree>
    <p:extLst>
      <p:ext uri="{BB962C8B-B14F-4D97-AF65-F5344CB8AC3E}">
        <p14:creationId xmlns:p14="http://schemas.microsoft.com/office/powerpoint/2010/main" val="2680079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D07583A1-42AD-5036-D05C-4A66EF5C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3A862EC5-80EE-D0BE-6950-881788CE72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Agenda: Session 1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06C171-096C-CA5B-4C5D-236D36DE60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1DC6A0-3DFF-E943-1979-31B302F5C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6" y="1234142"/>
            <a:ext cx="7772400" cy="333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87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022BF7CC-BDBC-52A3-14EF-9FA6AB072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59081C1-25BC-4BB3-2D0C-D005C1D04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91472"/>
            <a:ext cx="7457839" cy="4378551"/>
          </a:xfrm>
          <a:prstGeom prst="rect">
            <a:avLst/>
          </a:prstGeom>
        </p:spPr>
      </p:pic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BE064739-DE95-D869-F304-BC9296152B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Status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" name="Bulle narrative : ronde 8">
            <a:extLst>
              <a:ext uri="{FF2B5EF4-FFF2-40B4-BE49-F238E27FC236}">
                <a16:creationId xmlns:a16="http://schemas.microsoft.com/office/drawing/2014/main" id="{02B2F86E-5F6A-CCDD-A367-161F7EE3C322}"/>
              </a:ext>
            </a:extLst>
          </p:cNvPr>
          <p:cNvSpPr/>
          <p:nvPr/>
        </p:nvSpPr>
        <p:spPr>
          <a:xfrm>
            <a:off x="7642049" y="4112101"/>
            <a:ext cx="1343250" cy="921123"/>
          </a:xfrm>
          <a:prstGeom prst="wedgeEllipseCallout">
            <a:avLst>
              <a:gd name="adj1" fmla="val -231309"/>
              <a:gd name="adj2" fmla="val 45351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accent4"/>
                </a:solidFill>
              </a:rPr>
              <a:t>Our first RFC!</a:t>
            </a:r>
          </a:p>
        </p:txBody>
      </p:sp>
      <p:sp>
        <p:nvSpPr>
          <p:cNvPr id="5" name="Bulle narrative : ronde 8">
            <a:extLst>
              <a:ext uri="{FF2B5EF4-FFF2-40B4-BE49-F238E27FC236}">
                <a16:creationId xmlns:a16="http://schemas.microsoft.com/office/drawing/2014/main" id="{0A1D58D8-286F-327E-4C5D-5B6E3AA79955}"/>
              </a:ext>
            </a:extLst>
          </p:cNvPr>
          <p:cNvSpPr/>
          <p:nvPr/>
        </p:nvSpPr>
        <p:spPr>
          <a:xfrm>
            <a:off x="7685709" y="2721427"/>
            <a:ext cx="1255930" cy="921123"/>
          </a:xfrm>
          <a:prstGeom prst="wedgeEllipseCallout">
            <a:avLst>
              <a:gd name="adj1" fmla="val -238256"/>
              <a:gd name="adj2" fmla="val 105124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 err="1">
                <a:solidFill>
                  <a:schemeClr val="accent4"/>
                </a:solidFill>
              </a:rPr>
              <a:t>Cleared</a:t>
            </a:r>
            <a:r>
              <a:rPr lang="fr-FR" sz="1200" dirty="0">
                <a:solidFill>
                  <a:schemeClr val="accent4"/>
                </a:solidFill>
              </a:rPr>
              <a:t> AD </a:t>
            </a:r>
            <a:r>
              <a:rPr lang="fr-FR" sz="1200" dirty="0" err="1">
                <a:solidFill>
                  <a:schemeClr val="accent4"/>
                </a:solidFill>
              </a:rPr>
              <a:t>review</a:t>
            </a:r>
            <a:endParaRPr lang="fr-FR" sz="1200" dirty="0">
              <a:solidFill>
                <a:schemeClr val="accent4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F6B32A-186B-DD08-DF83-AF3BF6008A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631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88CB9E5A-4BCD-3230-FEAB-A29C5726C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6D560B-7609-16AA-9338-C28B483AA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64084"/>
            <a:ext cx="6639339" cy="3960714"/>
          </a:xfrm>
          <a:prstGeom prst="rect">
            <a:avLst/>
          </a:prstGeom>
        </p:spPr>
      </p:pic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2A43BCAF-5DA5-B0AC-C636-6A1E6CC4BC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Milestones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Espace réservé du numéro de diapositive 3">
            <a:extLst>
              <a:ext uri="{FF2B5EF4-FFF2-40B4-BE49-F238E27FC236}">
                <a16:creationId xmlns:a16="http://schemas.microsoft.com/office/drawing/2014/main" id="{716BD65A-A7D1-C93B-D733-28C06AEAEA7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4" name="ZoneTexte 6">
            <a:extLst>
              <a:ext uri="{FF2B5EF4-FFF2-40B4-BE49-F238E27FC236}">
                <a16:creationId xmlns:a16="http://schemas.microsoft.com/office/drawing/2014/main" id="{70A0EB0D-FFD8-257A-C3B2-95B60C879AEF}"/>
              </a:ext>
            </a:extLst>
          </p:cNvPr>
          <p:cNvSpPr txBox="1"/>
          <p:nvPr/>
        </p:nvSpPr>
        <p:spPr>
          <a:xfrm>
            <a:off x="7195738" y="2001856"/>
            <a:ext cx="1734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00B0F0"/>
                </a:solidFill>
              </a:rPr>
              <a:t>??? (</a:t>
            </a:r>
            <a:r>
              <a:rPr lang="fr-FR" dirty="0" err="1">
                <a:solidFill>
                  <a:srgbClr val="00B0F0"/>
                </a:solidFill>
              </a:rPr>
              <a:t>next</a:t>
            </a:r>
            <a:r>
              <a:rPr lang="fr-FR" dirty="0">
                <a:solidFill>
                  <a:srgbClr val="00B0F0"/>
                </a:solidFill>
              </a:rPr>
              <a:t> slides) </a:t>
            </a:r>
          </a:p>
        </p:txBody>
      </p:sp>
      <p:sp>
        <p:nvSpPr>
          <p:cNvPr id="7" name="Flèche : gauche 7">
            <a:extLst>
              <a:ext uri="{FF2B5EF4-FFF2-40B4-BE49-F238E27FC236}">
                <a16:creationId xmlns:a16="http://schemas.microsoft.com/office/drawing/2014/main" id="{987DD165-3EA1-DE30-8657-AC8F90B5CD0A}"/>
              </a:ext>
            </a:extLst>
          </p:cNvPr>
          <p:cNvSpPr/>
          <p:nvPr/>
        </p:nvSpPr>
        <p:spPr>
          <a:xfrm>
            <a:off x="6391069" y="2038083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5B03F52C-E45F-D4A0-03F7-961B312B0011}"/>
              </a:ext>
            </a:extLst>
          </p:cNvPr>
          <p:cNvSpPr txBox="1"/>
          <p:nvPr/>
        </p:nvSpPr>
        <p:spPr>
          <a:xfrm>
            <a:off x="7195738" y="1323935"/>
            <a:ext cx="1539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00B0F0"/>
                </a:solidFill>
              </a:rPr>
              <a:t>Soon</a:t>
            </a:r>
          </a:p>
        </p:txBody>
      </p:sp>
      <p:sp>
        <p:nvSpPr>
          <p:cNvPr id="12" name="Flèche : gauche 7">
            <a:extLst>
              <a:ext uri="{FF2B5EF4-FFF2-40B4-BE49-F238E27FC236}">
                <a16:creationId xmlns:a16="http://schemas.microsoft.com/office/drawing/2014/main" id="{4482C08A-EB0E-D7DF-7808-723DF4355C3C}"/>
              </a:ext>
            </a:extLst>
          </p:cNvPr>
          <p:cNvSpPr/>
          <p:nvPr/>
        </p:nvSpPr>
        <p:spPr>
          <a:xfrm>
            <a:off x="6391069" y="1360162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2E5BCDC2-6B92-ED2D-C725-0E0A92673469}"/>
              </a:ext>
            </a:extLst>
          </p:cNvPr>
          <p:cNvSpPr txBox="1"/>
          <p:nvPr/>
        </p:nvSpPr>
        <p:spPr>
          <a:xfrm>
            <a:off x="7195738" y="2327747"/>
            <a:ext cx="1734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>
                <a:solidFill>
                  <a:srgbClr val="00B0F0"/>
                </a:solidFill>
              </a:rPr>
              <a:t>November</a:t>
            </a:r>
            <a:r>
              <a:rPr lang="fr-FR" dirty="0">
                <a:solidFill>
                  <a:srgbClr val="00B0F0"/>
                </a:solidFill>
              </a:rPr>
              <a:t> 2026 </a:t>
            </a:r>
          </a:p>
        </p:txBody>
      </p:sp>
      <p:sp>
        <p:nvSpPr>
          <p:cNvPr id="14" name="Flèche : gauche 7">
            <a:extLst>
              <a:ext uri="{FF2B5EF4-FFF2-40B4-BE49-F238E27FC236}">
                <a16:creationId xmlns:a16="http://schemas.microsoft.com/office/drawing/2014/main" id="{F731843A-3705-54E2-5AB0-9F390B2A6C9B}"/>
              </a:ext>
            </a:extLst>
          </p:cNvPr>
          <p:cNvSpPr/>
          <p:nvPr/>
        </p:nvSpPr>
        <p:spPr>
          <a:xfrm>
            <a:off x="6391069" y="2363974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DC70A2FB-01A0-E46E-0EE7-2F6E6965D843}"/>
              </a:ext>
            </a:extLst>
          </p:cNvPr>
          <p:cNvSpPr txBox="1"/>
          <p:nvPr/>
        </p:nvSpPr>
        <p:spPr>
          <a:xfrm>
            <a:off x="7195738" y="1671072"/>
            <a:ext cx="1734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00B0F0"/>
                </a:solidFill>
              </a:rPr>
              <a:t>??? (</a:t>
            </a:r>
            <a:r>
              <a:rPr lang="fr-FR" dirty="0" err="1">
                <a:solidFill>
                  <a:srgbClr val="00B0F0"/>
                </a:solidFill>
              </a:rPr>
              <a:t>next</a:t>
            </a:r>
            <a:r>
              <a:rPr lang="fr-FR" dirty="0">
                <a:solidFill>
                  <a:srgbClr val="00B0F0"/>
                </a:solidFill>
              </a:rPr>
              <a:t> slides)</a:t>
            </a:r>
          </a:p>
        </p:txBody>
      </p:sp>
      <p:sp>
        <p:nvSpPr>
          <p:cNvPr id="9" name="Flèche : gauche 7">
            <a:extLst>
              <a:ext uri="{FF2B5EF4-FFF2-40B4-BE49-F238E27FC236}">
                <a16:creationId xmlns:a16="http://schemas.microsoft.com/office/drawing/2014/main" id="{B311E8CD-04F7-DBC8-231B-CB7F32AA3367}"/>
              </a:ext>
            </a:extLst>
          </p:cNvPr>
          <p:cNvSpPr/>
          <p:nvPr/>
        </p:nvSpPr>
        <p:spPr>
          <a:xfrm>
            <a:off x="6391069" y="1707299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4157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85217A75-3051-7314-C37E-1EC4DAD2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0C10FC9F-7D50-4BF5-30EC-4CD9A4AD72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AC6F96-28D3-BE49-6E2C-3132F2B86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F16F081-DA81-495D-75D4-9ECAC40D20C4}"/>
                  </a:ext>
                </a:extLst>
              </p14:cNvPr>
              <p14:cNvContentPartPr/>
              <p14:nvPr/>
            </p14:nvContentPartPr>
            <p14:xfrm>
              <a:off x="142272" y="1060704"/>
              <a:ext cx="1576440" cy="1018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F16F081-DA81-495D-75D4-9ECAC40D20C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3632" y="1051704"/>
                <a:ext cx="1594080" cy="103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938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D3991861-15E8-8C3B-546E-D03F52728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D8ED7130-84F9-E6BA-0FD1-A3D0E467D1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2850A7-8A8E-756D-A7C8-6B0D2B18E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BDF26F2-4CD3-F51A-9AE1-844466575DCC}"/>
                  </a:ext>
                </a:extLst>
              </p14:cNvPr>
              <p14:cNvContentPartPr/>
              <p14:nvPr/>
            </p14:nvContentPartPr>
            <p14:xfrm>
              <a:off x="4471272" y="1526904"/>
              <a:ext cx="3639456" cy="25268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BDF26F2-4CD3-F51A-9AE1-844466575DC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65152" y="1520784"/>
                <a:ext cx="3651697" cy="253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1109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51A5281-F480-97C1-01D4-DDCC411FE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AAAF846F-B144-E06B-B2FB-F32EA4D27E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F0B3D8-2DC5-9497-2B81-930003D64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EC5771D-7E3C-25E3-BABD-990D0EC56AB0}"/>
                  </a:ext>
                </a:extLst>
              </p14:cNvPr>
              <p14:cNvContentPartPr/>
              <p14:nvPr/>
            </p14:nvContentPartPr>
            <p14:xfrm>
              <a:off x="2926872" y="2242224"/>
              <a:ext cx="2140200" cy="6044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EC5771D-7E3C-25E3-BABD-990D0EC56AB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918232" y="2233224"/>
                <a:ext cx="2157840" cy="62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D1E808C-2373-B0E4-CCAE-B7DCA5AB6A06}"/>
                  </a:ext>
                </a:extLst>
              </p14:cNvPr>
              <p14:cNvContentPartPr/>
              <p14:nvPr/>
            </p14:nvContentPartPr>
            <p14:xfrm>
              <a:off x="2957832" y="2083824"/>
              <a:ext cx="3291840" cy="366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D1E808C-2373-B0E4-CCAE-B7DCA5AB6A0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48832" y="2074824"/>
                <a:ext cx="3309480" cy="38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690DBE7-8108-A610-9AB7-09B39C69A520}"/>
                  </a:ext>
                </a:extLst>
              </p14:cNvPr>
              <p14:cNvContentPartPr/>
              <p14:nvPr/>
            </p14:nvContentPartPr>
            <p14:xfrm>
              <a:off x="806112" y="1309824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690DBE7-8108-A610-9AB7-09B39C69A52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97112" y="1301184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4136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001D551E-10FE-55B7-79B9-F03177E81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1848F6E1-3D32-B6C9-E876-300D75BCB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9D8D57-A153-EABD-CDC8-AFFB902A3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432FAF7-073D-E48F-52DC-3AC912CA565B}"/>
                  </a:ext>
                </a:extLst>
              </p14:cNvPr>
              <p14:cNvContentPartPr/>
              <p14:nvPr/>
            </p14:nvContentPartPr>
            <p14:xfrm>
              <a:off x="103752" y="1758024"/>
              <a:ext cx="4430520" cy="736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432FAF7-073D-E48F-52DC-3AC912CA565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112" y="1749024"/>
                <a:ext cx="4448160" cy="754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87459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944F257A-7422-C74D-1144-87352D7E8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FE8E2818-76E6-D8E5-EC8E-478B87160D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Survey responses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C61995F-2E89-DA6C-2F25-66703AE0AA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1"/>
          </a:xfrm>
        </p:spPr>
        <p:txBody>
          <a:bodyPr/>
          <a:lstStyle/>
          <a:p>
            <a:r>
              <a:rPr lang="en-CA" dirty="0"/>
              <a:t>Very interested in the “NETCONF/YANG Push integration with Apache Kafka and TSDB” work. Kudos for the focus on running code.</a:t>
            </a:r>
          </a:p>
          <a:p>
            <a:r>
              <a:rPr lang="en-CA" dirty="0"/>
              <a:t>More work to do on Binary YANG Push (e.g. SID file management)</a:t>
            </a:r>
          </a:p>
          <a:p>
            <a:r>
              <a:rPr lang="en-CA" dirty="0"/>
              <a:t>Suggestion to update charter for “AI for network management automation and related operational issues” e.g. management agent architecture </a:t>
            </a:r>
            <a:r>
              <a:rPr lang="en-CA" dirty="0" err="1"/>
              <a:t>etc</a:t>
            </a:r>
            <a:endParaRPr lang="en-CA" dirty="0"/>
          </a:p>
          <a:p>
            <a:endParaRPr lang="en-CA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1681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r>
              <a:rPr lang="en-US" dirty="0"/>
              <a:t>Resources for </a:t>
            </a:r>
            <a:r>
              <a:rPr lang="en-US" sz="3600" b="0" i="0" u="none" strike="noStrike" cap="none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IETF </a:t>
            </a:r>
            <a:r>
              <a:rPr lang="en-US" dirty="0"/>
              <a:t>126 </a:t>
            </a:r>
            <a:r>
              <a:rPr lang="de-CH" dirty="0"/>
              <a:t>Vienna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endParaRPr sz="2400" dirty="0">
              <a:solidFill>
                <a:srgbClr val="FFFFFF"/>
              </a:solidFill>
            </a:endParaRPr>
          </a:p>
        </p:txBody>
      </p:sp>
      <p:sp>
        <p:nvSpPr>
          <p:cNvPr id="129" name="Google Shape;129;p23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457200" marR="0" lvl="0" indent="-3429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Agenda</a:t>
            </a:r>
            <a:br>
              <a:rPr lang="en-US" b="1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3"/>
              </a:rPr>
              <a:t>https://datatracker.ietf.org/meeting/agenda</a:t>
            </a:r>
            <a:r>
              <a:rPr lang="en-US">
                <a:solidFill>
                  <a:srgbClr val="000000"/>
                </a:solidFill>
              </a:rPr>
              <a:t> </a:t>
            </a:r>
            <a:endParaRPr>
              <a:solidFill>
                <a:srgbClr val="000000"/>
              </a:solidFill>
            </a:endParaRPr>
          </a:p>
          <a:p>
            <a:pPr marL="457200" marR="0" lvl="0" indent="-3429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Meetecho and other information:</a:t>
            </a:r>
            <a:br>
              <a:rPr lang="en-US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4"/>
              </a:rPr>
              <a:t>https://www.ietf.org/how/meetings/preparation</a:t>
            </a:r>
            <a:r>
              <a:rPr lang="en-US">
                <a:solidFill>
                  <a:srgbClr val="000000"/>
                </a:solidFill>
              </a:rPr>
              <a:t> </a:t>
            </a:r>
            <a:endParaRPr>
              <a:solidFill>
                <a:srgbClr val="000000"/>
              </a:solidFill>
            </a:endParaRPr>
          </a:p>
          <a:p>
            <a:pPr marL="457200" marR="0" lvl="0" indent="-3429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If you need technical assistance, see the Reporting Issues page:</a:t>
            </a:r>
            <a:br>
              <a:rPr lang="en-US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5"/>
              </a:rPr>
              <a:t>http://www.ietf.org/how/meetings/issues/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30" name="Google Shape;130;p23"/>
          <p:cNvSpPr txBox="1">
            <a:spLocks noGrp="1"/>
          </p:cNvSpPr>
          <p:nvPr>
            <p:ph type="sldNum" idx="12"/>
          </p:nvPr>
        </p:nvSpPr>
        <p:spPr>
          <a:xfrm>
            <a:off x="8694000" y="4724798"/>
            <a:ext cx="378328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002D3C"/>
      </a:dk1>
      <a:lt1>
        <a:srgbClr val="4285F4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aterial">
  <a:themeElements>
    <a:clrScheme name="Material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2752</TotalTime>
  <Words>1214</Words>
  <Application>Microsoft Macintosh PowerPoint</Application>
  <PresentationFormat>On-screen Show (16:9)</PresentationFormat>
  <Paragraphs>101</Paragraphs>
  <Slides>14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Inter</vt:lpstr>
      <vt:lpstr>Montserrat</vt:lpstr>
      <vt:lpstr>Open Sans</vt:lpstr>
      <vt:lpstr>Open Sans Medium</vt:lpstr>
      <vt:lpstr>Open Sans SemiBold</vt:lpstr>
      <vt:lpstr>Roboto</vt:lpstr>
      <vt:lpstr>Material</vt:lpstr>
      <vt:lpstr>Network Management Operations (nmop) WG – Session 1</vt:lpstr>
      <vt:lpstr>Note Well</vt:lpstr>
      <vt:lpstr>IETF 126 Meeting Tips</vt:lpstr>
      <vt:lpstr>Notetaker</vt:lpstr>
      <vt:lpstr>Welcome to our new secretaries!</vt:lpstr>
      <vt:lpstr>Agenda: Session 1</vt:lpstr>
      <vt:lpstr>Document Status</vt:lpstr>
      <vt:lpstr>Milestones</vt:lpstr>
      <vt:lpstr>Document Dependencies (normative references)</vt:lpstr>
      <vt:lpstr>Document Dependencies (normative references)</vt:lpstr>
      <vt:lpstr>Document Dependencies (normative references)</vt:lpstr>
      <vt:lpstr>Document Dependencies (normative references)</vt:lpstr>
      <vt:lpstr>Survey responses</vt:lpstr>
      <vt:lpstr>Resources for IETF 126 Vienna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IETF 122 NMOP Chairs Slides</dc:title>
  <dc:creator>BOUCADAIR Mohamed INNOV/NET</dc:creator>
  <cp:lastModifiedBy>Reshad Rahman</cp:lastModifiedBy>
  <cp:revision>25</cp:revision>
  <cp:lastPrinted>2026-07-15T14:15:34Z</cp:lastPrinted>
  <dcterms:modified xsi:type="dcterms:W3CDTF">2026-07-15T15:47:28Z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readonly">
    <vt:lpwstr/>
  </property>
  <property fmtid="{D5CDD505-2E9C-101B-9397-08002B2CF9AE}" pid="3" name="_change">
    <vt:lpwstr/>
  </property>
  <property fmtid="{D5CDD505-2E9C-101B-9397-08002B2CF9AE}" pid="4" name="_full-control">
    <vt:lpwstr/>
  </property>
  <property fmtid="{D5CDD505-2E9C-101B-9397-08002B2CF9AE}" pid="5" name="sflag">
    <vt:lpwstr>1751475423</vt:lpwstr>
  </property>
</Properties>
</file>